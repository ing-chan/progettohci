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9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6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7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ink/ink39.xml" ContentType="application/inkml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ink/ink40.xml" ContentType="application/inkml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ink/ink41.xml" ContentType="application/inkml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0.xml" ContentType="application/vnd.openxmlformats-officedocument.drawingml.chart+xml"/>
  <Override PartName="/ppt/ink/ink42.xml" ContentType="application/inkml+xml"/>
  <Override PartName="/ppt/notesSlides/notesSlide13.xml" ContentType="application/vnd.openxmlformats-officedocument.presentationml.notesSlide+xml"/>
  <Override PartName="/ppt/charts/chart11.xml" ContentType="application/vnd.openxmlformats-officedocument.drawingml.chart+xml"/>
  <Override PartName="/ppt/notesSlides/notesSlide14.xml" ContentType="application/vnd.openxmlformats-officedocument.presentationml.notesSlide+xml"/>
  <Override PartName="/ppt/charts/chart12.xml" ContentType="application/vnd.openxmlformats-officedocument.drawingml.chart+xml"/>
  <Override PartName="/ppt/notesSlides/notesSlide15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16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notesSlides/notesSlide17.xml" ContentType="application/vnd.openxmlformats-officedocument.presentationml.notesSlide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notesSlides/notesSlide30.xml" ContentType="application/vnd.openxmlformats-officedocument.presentationml.notesSlide+xml"/>
  <Override PartName="/ppt/ink/ink68.xml" ContentType="application/inkml+xml"/>
  <Override PartName="/ppt/ink/ink69.xml" ContentType="application/inkml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87" r:id="rId6"/>
    <p:sldId id="288" r:id="rId7"/>
    <p:sldId id="289" r:id="rId8"/>
    <p:sldId id="290" r:id="rId9"/>
    <p:sldId id="291" r:id="rId10"/>
    <p:sldId id="292" r:id="rId11"/>
    <p:sldId id="294" r:id="rId12"/>
    <p:sldId id="293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pertina" id="{FC9C340F-32D6-498F-6CE1-31E180034702}">
          <p14:sldIdLst>
            <p14:sldId id="256"/>
          </p14:sldIdLst>
        </p14:section>
        <p14:section name="Introduzione" id="{EB356C20-2D33-8150-16DE-BB8BD14B068A}">
          <p14:sldIdLst>
            <p14:sldId id="287"/>
            <p14:sldId id="288"/>
            <p14:sldId id="289"/>
            <p14:sldId id="290"/>
            <p14:sldId id="291"/>
          </p14:sldIdLst>
        </p14:section>
        <p14:section name="Indagine quantitativa" id="{75BED4B7-EBE2-6548-A173-D6B75383BECB}">
          <p14:sldIdLst>
            <p14:sldId id="292"/>
            <p14:sldId id="294"/>
            <p14:sldId id="293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Indagine qualitativa" id="{9AFFEC0B-7B27-CAC3-37F1-54571F39DA62}">
          <p14:sldIdLst>
            <p14:sldId id="301"/>
            <p14:sldId id="302"/>
            <p14:sldId id="304"/>
          </p14:sldIdLst>
        </p14:section>
        <p14:section name="Analisi tematica" id="{C7179E4D-59E4-393C-3062-F4DE40E6AB02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Conclusioni" id="{F85E78D6-E208-E596-64A6-217E5C91EF2B}">
          <p14:sldIdLst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1224"/>
    <a:srgbClr val="EDF6E1"/>
    <a:srgbClr val="1700E8"/>
    <a:srgbClr val="2C5ED3"/>
    <a:srgbClr val="FFFFFF"/>
    <a:srgbClr val="FFA023"/>
    <a:srgbClr val="FF45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F1CA6-A95C-4CCF-8BCA-DC4E9DE04325}" v="1001" dt="2026-10-11T06:08:15.963"/>
    <p1510:client id="{C8CA73C8-01B5-FBEA-ED89-992868D9D595}" v="513" dt="2026-10-11T16:36:12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538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01-451B-B305-C6F9A43C0C1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01-451B-B305-C6F9A43C0C1C}"/>
              </c:ext>
            </c:extLst>
          </c:dPt>
          <c:dPt>
            <c:idx val="2"/>
            <c:bubble3D val="0"/>
            <c:spPr>
              <a:solidFill>
                <a:srgbClr val="E712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201-451B-B305-C6F9A43C0C1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201-451B-B305-C6F9A43C0C1C}"/>
              </c:ext>
            </c:extLst>
          </c:dPt>
          <c:cat>
            <c:strRef>
              <c:f>Sheet1!$A$2:$A$5</c:f>
              <c:strCache>
                <c:ptCount val="4"/>
                <c:pt idx="0">
                  <c:v>14 anni</c:v>
                </c:pt>
                <c:pt idx="1">
                  <c:v>15 anni</c:v>
                </c:pt>
                <c:pt idx="2">
                  <c:v>16 anni</c:v>
                </c:pt>
                <c:pt idx="3">
                  <c:v>17 anni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11.5</c:v>
                </c:pt>
                <c:pt idx="1">
                  <c:v>26</c:v>
                </c:pt>
                <c:pt idx="2">
                  <c:v>32.700000000000003</c:v>
                </c:pt>
                <c:pt idx="3">
                  <c:v>29.8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01-451B-B305-C6F9A43C0C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59A-4C42-A22C-917760776A7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59A-4C42-A22C-917760776A7A}"/>
              </c:ext>
            </c:extLst>
          </c:dPt>
          <c:dPt>
            <c:idx val="2"/>
            <c:bubble3D val="0"/>
            <c:spPr>
              <a:solidFill>
                <a:srgbClr val="E712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59A-4C42-A22C-917760776A7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59A-4C42-A22C-917760776A7A}"/>
              </c:ext>
            </c:extLst>
          </c:dPt>
          <c:cat>
            <c:strRef>
              <c:f>Sheet1!$A$2:$A$5</c:f>
              <c:strCache>
                <c:ptCount val="4"/>
                <c:pt idx="0">
                  <c:v>Maschio</c:v>
                </c:pt>
                <c:pt idx="1">
                  <c:v>Femmina</c:v>
                </c:pt>
                <c:pt idx="2">
                  <c:v>Non binario</c:v>
                </c:pt>
                <c:pt idx="3">
                  <c:v>Preferisco non dirlo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83.5</c:v>
                </c:pt>
                <c:pt idx="1">
                  <c:v>10.7</c:v>
                </c:pt>
                <c:pt idx="2">
                  <c:v>4.9000000000000004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9A-4C42-A22C-917760776A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519353641400884"/>
          <c:y val="0"/>
          <c:w val="0.69113642991595747"/>
          <c:h val="0.9185185185185185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E71224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A0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975-482E-BE6A-CFD6A0448015}"/>
              </c:ext>
            </c:extLst>
          </c:dPt>
          <c:dPt>
            <c:idx val="4"/>
            <c:invertIfNegative val="0"/>
            <c:bubble3D val="0"/>
            <c:spPr>
              <a:solidFill>
                <a:srgbClr val="FFA0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4975-482E-BE6A-CFD6A044801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j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WhatsApp</c:v>
                </c:pt>
                <c:pt idx="1">
                  <c:v>Instagram</c:v>
                </c:pt>
                <c:pt idx="2">
                  <c:v>TikTok</c:v>
                </c:pt>
                <c:pt idx="3">
                  <c:v>Discord</c:v>
                </c:pt>
                <c:pt idx="4">
                  <c:v>Chat dei videogiochi</c:v>
                </c:pt>
                <c:pt idx="5">
                  <c:v>Snapchat</c:v>
                </c:pt>
                <c:pt idx="6">
                  <c:v>Telegram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96.1</c:v>
                </c:pt>
                <c:pt idx="1">
                  <c:v>68.900000000000006</c:v>
                </c:pt>
                <c:pt idx="2">
                  <c:v>55.3</c:v>
                </c:pt>
                <c:pt idx="3">
                  <c:v>25.2</c:v>
                </c:pt>
                <c:pt idx="4">
                  <c:v>24.3</c:v>
                </c:pt>
                <c:pt idx="5">
                  <c:v>14.6</c:v>
                </c:pt>
                <c:pt idx="6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75-482E-BE6A-CFD6A04480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DE-4725-A3DB-4CAC9328E23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DE-4725-A3DB-4CAC9328E235}"/>
              </c:ext>
            </c:extLst>
          </c:dPt>
          <c:dPt>
            <c:idx val="2"/>
            <c:bubble3D val="0"/>
            <c:spPr>
              <a:solidFill>
                <a:srgbClr val="E712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7DE-4725-A3DB-4CAC9328E23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7DE-4725-A3DB-4CAC9328E235}"/>
              </c:ext>
            </c:extLst>
          </c:dPt>
          <c:cat>
            <c:strRef>
              <c:f>Sheet1!$A$2:$A$5</c:f>
              <c:strCache>
                <c:ptCount val="4"/>
                <c:pt idx="0">
                  <c:v>mai</c:v>
                </c:pt>
                <c:pt idx="1">
                  <c:v>raramente</c:v>
                </c:pt>
                <c:pt idx="2">
                  <c:v>a volte</c:v>
                </c:pt>
                <c:pt idx="3">
                  <c:v>spesso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23.5</c:v>
                </c:pt>
                <c:pt idx="1">
                  <c:v>34.299999999999997</c:v>
                </c:pt>
                <c:pt idx="2">
                  <c:v>33.299999999999997</c:v>
                </c:pt>
                <c:pt idx="3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7DE-4725-A3DB-4CAC9328E2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86D-49ED-B14B-9FE914B4FC5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86D-49ED-B14B-9FE914B4FC56}"/>
              </c:ext>
            </c:extLst>
          </c:dPt>
          <c:dPt>
            <c:idx val="2"/>
            <c:bubble3D val="0"/>
            <c:spPr>
              <a:solidFill>
                <a:srgbClr val="E712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86D-49ED-B14B-9FE914B4FC5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86D-49ED-B14B-9FE914B4FC56}"/>
              </c:ext>
            </c:extLst>
          </c:dPt>
          <c:cat>
            <c:strRef>
              <c:f>Sheet1!$A$2:$A$5</c:f>
              <c:strCache>
                <c:ptCount val="4"/>
                <c:pt idx="0">
                  <c:v>mai</c:v>
                </c:pt>
                <c:pt idx="1">
                  <c:v>raramente</c:v>
                </c:pt>
                <c:pt idx="2">
                  <c:v>a volte</c:v>
                </c:pt>
                <c:pt idx="3">
                  <c:v>spesso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6.9</c:v>
                </c:pt>
                <c:pt idx="1">
                  <c:v>33.299999999999997</c:v>
                </c:pt>
                <c:pt idx="2">
                  <c:v>36.299999999999997</c:v>
                </c:pt>
                <c:pt idx="3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6D-49ED-B14B-9FE914B4FC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A3F-481C-BEAA-D3532F5480D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A3F-481C-BEAA-D3532F5480D9}"/>
              </c:ext>
            </c:extLst>
          </c:dPt>
          <c:dPt>
            <c:idx val="2"/>
            <c:bubble3D val="0"/>
            <c:spPr>
              <a:solidFill>
                <a:srgbClr val="E712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A3F-481C-BEAA-D3532F5480D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A3F-481C-BEAA-D3532F5480D9}"/>
              </c:ext>
            </c:extLst>
          </c:dPt>
          <c:cat>
            <c:strRef>
              <c:f>Sheet1!$A$2:$A$5</c:f>
              <c:strCache>
                <c:ptCount val="4"/>
                <c:pt idx="0">
                  <c:v>mai</c:v>
                </c:pt>
                <c:pt idx="1">
                  <c:v>qualche volta</c:v>
                </c:pt>
                <c:pt idx="2">
                  <c:v>spesso</c:v>
                </c:pt>
                <c:pt idx="3">
                  <c:v>preferisco non dirlo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21.4</c:v>
                </c:pt>
                <c:pt idx="1">
                  <c:v>49.5</c:v>
                </c:pt>
                <c:pt idx="2">
                  <c:v>28.2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3F-481C-BEAA-D3532F548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424-4507-8B53-16848844C7D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424-4507-8B53-16848844C7D4}"/>
              </c:ext>
            </c:extLst>
          </c:dPt>
          <c:dPt>
            <c:idx val="2"/>
            <c:bubble3D val="0"/>
            <c:spPr>
              <a:solidFill>
                <a:srgbClr val="E712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424-4507-8B53-16848844C7D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424-4507-8B53-16848844C7D4}"/>
              </c:ext>
            </c:extLst>
          </c:dPt>
          <c:cat>
            <c:strRef>
              <c:f>Sheet1!$A$2:$A$5</c:f>
              <c:strCache>
                <c:ptCount val="4"/>
                <c:pt idx="0">
                  <c:v>un semplice scherzo</c:v>
                </c:pt>
                <c:pt idx="1">
                  <c:v>dipende da quanto è pesante</c:v>
                </c:pt>
                <c:pt idx="2">
                  <c:v>una cosa seria e dannosa</c:v>
                </c:pt>
                <c:pt idx="3">
                  <c:v>non ci facciamo caso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50.5</c:v>
                </c:pt>
                <c:pt idx="2">
                  <c:v>3.9</c:v>
                </c:pt>
                <c:pt idx="3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24-4507-8B53-16848844C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scherzo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[&gt;=8]0&quot;%&quot;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+mj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14 anni (11)</c:v>
                </c:pt>
                <c:pt idx="1">
                  <c:v>15 anni (27)</c:v>
                </c:pt>
                <c:pt idx="2">
                  <c:v>16 anni (32)</c:v>
                </c:pt>
                <c:pt idx="3">
                  <c:v>17 anni (28)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9.1</c:v>
                </c:pt>
                <c:pt idx="1">
                  <c:v>18.5</c:v>
                </c:pt>
                <c:pt idx="2">
                  <c:v>46.9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B4-45E0-9D66-B1D667BA3F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dipende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[&gt;=8]0&quot;%&quot;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+mj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14 anni (11)</c:v>
                </c:pt>
                <c:pt idx="1">
                  <c:v>15 anni (27)</c:v>
                </c:pt>
                <c:pt idx="2">
                  <c:v>16 anni (32)</c:v>
                </c:pt>
                <c:pt idx="3">
                  <c:v>17 anni (28)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63.6</c:v>
                </c:pt>
                <c:pt idx="1">
                  <c:v>70.400000000000006</c:v>
                </c:pt>
                <c:pt idx="2">
                  <c:v>37.5</c:v>
                </c:pt>
                <c:pt idx="3">
                  <c:v>35.700000000000003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B4-45E0-9D66-B1D667BA3F3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seria</c:v>
                </c:pt>
              </c:strCache>
            </c:strRef>
          </c:tx>
          <c:spPr>
            <a:solidFill>
              <a:srgbClr val="E71224"/>
            </a:solidFill>
            <a:ln>
              <a:noFill/>
            </a:ln>
            <a:effectLst/>
          </c:spPr>
          <c:invertIfNegative val="0"/>
          <c:dLbls>
            <c:numFmt formatCode="[&gt;=8]0&quot;%&quot;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j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14 anni (11)</c:v>
                </c:pt>
                <c:pt idx="1">
                  <c:v>15 anni (27)</c:v>
                </c:pt>
                <c:pt idx="2">
                  <c:v>16 anni (32)</c:v>
                </c:pt>
                <c:pt idx="3">
                  <c:v>17 anni (28)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1">
                  <c:v>3.7</c:v>
                </c:pt>
                <c:pt idx="2">
                  <c:v>3.1</c:v>
                </c:pt>
                <c:pt idx="3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B4-45E0-9D66-B1D667BA3F3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 ci facciamo caso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[&gt;=8]0&quot;%&quot;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14 anni (11)</c:v>
                </c:pt>
                <c:pt idx="1">
                  <c:v>15 anni (27)</c:v>
                </c:pt>
                <c:pt idx="2">
                  <c:v>16 anni (32)</c:v>
                </c:pt>
                <c:pt idx="3">
                  <c:v>17 anni (28)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27.3</c:v>
                </c:pt>
                <c:pt idx="1">
                  <c:v>7.4</c:v>
                </c:pt>
                <c:pt idx="2">
                  <c:v>12.5</c:v>
                </c:pt>
                <c:pt idx="3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B4-45E0-9D66-B1D667BA3F3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8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0%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 fatto qualcosa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+mj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fiducia 1–3 (21)</c:v>
                </c:pt>
                <c:pt idx="1">
                  <c:v>fiducia 4–5 (77)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A5-42C2-A64F-91EC6A14DF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ha fatto niente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12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3A5-42C2-A64F-91EC6A14DF01}"/>
              </c:ext>
            </c:extLst>
          </c:dPt>
          <c:dPt>
            <c:idx val="1"/>
            <c:invertIfNegative val="0"/>
            <c:bubble3D val="0"/>
            <c:spPr>
              <a:solidFill>
                <a:srgbClr val="E712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3A5-42C2-A64F-91EC6A14DF01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+mj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fiducia 1–3 (21)</c:v>
                </c:pt>
                <c:pt idx="1">
                  <c:v>fiducia 4–5 (77)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A5-42C2-A64F-91EC6A14DF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8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fiducia 1–3</c:v>
                </c:pt>
              </c:strCache>
            </c:strRef>
          </c:tx>
          <c:spPr>
            <a:solidFill>
              <a:srgbClr val="E71224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j-lt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(21)</c:v>
                </c:pt>
                <c:pt idx="1">
                  <c:v>ne ho sentito parlare (18)</c:v>
                </c:pt>
                <c:pt idx="2">
                  <c:v>sì, saprei spiegarlo (59)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51-4397-B5E8-C201874443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fiducia 4–5</c:v>
                </c:pt>
              </c:strCache>
            </c:strRef>
          </c:tx>
          <c:spPr>
            <a:solidFill>
              <a:srgbClr val="FFA02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j-lt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(21)</c:v>
                </c:pt>
                <c:pt idx="1">
                  <c:v>ne ho sentito parlare (18)</c:v>
                </c:pt>
                <c:pt idx="2">
                  <c:v>sì, saprei spiegarlo (59)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</c:v>
                </c:pt>
                <c:pt idx="1">
                  <c:v>13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51-4397-B5E8-C201874443C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8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saprebbe agire</c:v>
                </c:pt>
              </c:strCache>
            </c:strRef>
          </c:tx>
          <c:spPr>
            <a:solidFill>
              <a:srgbClr val="FF453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5745-41C6-9B67-B8628AA1DB12}"/>
              </c:ext>
            </c:extLst>
          </c:dPt>
          <c:dPt>
            <c:idx val="1"/>
            <c:invertIfNegative val="0"/>
            <c:bubble3D val="0"/>
            <c:spPr>
              <a:solidFill>
                <a:srgbClr val="E712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45-41C6-9B67-B8628AA1DB12}"/>
              </c:ext>
            </c:extLst>
          </c:dPt>
          <c:dPt>
            <c:idx val="2"/>
            <c:invertIfNegative val="0"/>
            <c:bubble3D val="0"/>
            <c:spPr>
              <a:solidFill>
                <a:srgbClr val="FFA0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45-41C6-9B67-B8628AA1DB12}"/>
              </c:ext>
            </c:extLst>
          </c:dPt>
          <c:dPt>
            <c:idx val="3"/>
            <c:invertIfNegative val="0"/>
            <c:bubble3D val="0"/>
            <c:spPr>
              <a:solidFill>
                <a:srgbClr val="1700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45-41C6-9B67-B8628AA1DB12}"/>
              </c:ext>
            </c:extLst>
          </c:dPt>
          <c:dPt>
            <c:idx val="4"/>
            <c:invertIfNegative val="0"/>
            <c:bubble3D val="0"/>
            <c:spPr>
              <a:solidFill>
                <a:srgbClr val="1700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45-41C6-9B67-B8628AA1DB1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j-lt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8.8000000000000007</c:v>
                </c:pt>
                <c:pt idx="1">
                  <c:v>14.7</c:v>
                </c:pt>
                <c:pt idx="2">
                  <c:v>38.200000000000003</c:v>
                </c:pt>
                <c:pt idx="3">
                  <c:v>20.6</c:v>
                </c:pt>
                <c:pt idx="4">
                  <c:v>17.600000000000001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45-41C6-9B67-B8628AA1DB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462276252630581"/>
          <c:y val="0"/>
          <c:w val="0.68534720744366417"/>
          <c:h val="0.912698412698412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2C5ED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700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6CB9-4AE0-A3A4-4B86F7CB3322}"/>
              </c:ext>
            </c:extLst>
          </c:dPt>
          <c:dPt>
            <c:idx val="1"/>
            <c:invertIfNegative val="0"/>
            <c:bubble3D val="0"/>
            <c:spPr>
              <a:solidFill>
                <a:srgbClr val="E712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6CB9-4AE0-A3A4-4B86F7CB3322}"/>
              </c:ext>
            </c:extLst>
          </c:dPt>
          <c:dPt>
            <c:idx val="2"/>
            <c:invertIfNegative val="0"/>
            <c:bubble3D val="0"/>
            <c:spPr>
              <a:solidFill>
                <a:srgbClr val="1700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B9-4AE0-A3A4-4B86F7CB3322}"/>
              </c:ext>
            </c:extLst>
          </c:dPt>
          <c:dPt>
            <c:idx val="3"/>
            <c:invertIfNegative val="0"/>
            <c:bubble3D val="0"/>
            <c:spPr>
              <a:solidFill>
                <a:srgbClr val="E712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B9-4AE0-A3A4-4B86F7CB3322}"/>
              </c:ext>
            </c:extLst>
          </c:dPt>
          <c:dPt>
            <c:idx val="4"/>
            <c:invertIfNegative val="0"/>
            <c:bubble3D val="0"/>
            <c:spPr>
              <a:solidFill>
                <a:srgbClr val="1700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6CB9-4AE0-A3A4-4B86F7CB3322}"/>
              </c:ext>
            </c:extLst>
          </c:dPt>
          <c:dPt>
            <c:idx val="5"/>
            <c:invertIfNegative val="0"/>
            <c:bubble3D val="0"/>
            <c:spPr>
              <a:solidFill>
                <a:srgbClr val="FFA0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6CB9-4AE0-A3A4-4B86F7CB3322}"/>
              </c:ext>
            </c:extLst>
          </c:dPt>
          <c:dPt>
            <c:idx val="6"/>
            <c:invertIfNegative val="0"/>
            <c:bubble3D val="0"/>
            <c:spPr>
              <a:solidFill>
                <a:srgbClr val="1700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CB9-4AE0-A3A4-4B86F7CB332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j-lt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Google</c:v>
                </c:pt>
                <c:pt idx="1">
                  <c:v>Adulti</c:v>
                </c:pt>
                <c:pt idx="2">
                  <c:v>Intelligenza artificiale</c:v>
                </c:pt>
                <c:pt idx="3">
                  <c:v>Amici</c:v>
                </c:pt>
                <c:pt idx="4">
                  <c:v>TikTok o YouTube</c:v>
                </c:pt>
                <c:pt idx="5">
                  <c:v>Non saprei dove cercare</c:v>
                </c:pt>
                <c:pt idx="6">
                  <c:v>Forum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48.5</c:v>
                </c:pt>
                <c:pt idx="1">
                  <c:v>38.799999999999997</c:v>
                </c:pt>
                <c:pt idx="2">
                  <c:v>31.1</c:v>
                </c:pt>
                <c:pt idx="3">
                  <c:v>31.1</c:v>
                </c:pt>
                <c:pt idx="4">
                  <c:v>16.5</c:v>
                </c:pt>
                <c:pt idx="5">
                  <c:v>5.8</c:v>
                </c:pt>
                <c:pt idx="6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CB9-4AE0-A3A4-4B86F7CB33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18:18.43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0 768 20755,'917'-767'0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18:35.93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25074,'3189'1477'0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18:41.9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1034 0 24094,'-1033'916'0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18:48.14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21175,'828'2747'0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18:55.85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4637 21828,'2215'-4636'0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19:04.21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19934,'2629'2806'0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19:21.67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2217 23755,'1832'-2215'0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19:28.17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18580,'1298'3513'0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0:34.42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21367,'1712'0'0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0:36.78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0 533 16430,'532'-532'0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0:41.5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1063 4 16768,'-1063'1507'0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0:50.20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8192,'0'0'0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1:33.002"/>
    </inkml:context>
    <inkml:brush xml:id="br0">
      <inkml:brushProperty name="width" value="0.1" units="cm"/>
      <inkml:brushProperty name="height" value="0.1" units="cm"/>
      <inkml:brushProperty name="color" value="#FF4538"/>
    </inkml:brush>
  </inkml:definitions>
  <inkml:trace contextRef="#ctx0" brushRef="#br0">980 2 8192,'-73'0'13511,"0"-2"-8285,-232 5-5941,285-1 715,1 2 0,0 0 0,0 1 0,0 1 0,1 0 0,0 2 0,0 0 0,1 1 0,0 0 0,0 2 0,1 0 0,-24 22 0,3 1 0,2 1 0,2 2 0,-53 74 0,76-95 0,-1 1 0,2 1 0,0 0 0,1 0 0,1 0 0,1 1 0,1 0 0,0 1 0,1-1 0,1 1 0,1-1 0,1 37 0,1-15 0,1 0 0,2-1 0,2 1 0,1-1 0,18 58 0,-7-51-1756,2-1 0,43 74 0,66 77-9960,-123-189 11629,1-1 0,0 0 0,0 0 0,0 0 0,1-1 1,0 0-1,0 0 0,1-1 0,0 0 0,-1 0 1,2-1-1,13 5 0,-6-4 102,0-1 0,1-1 0,-1 0 0,1-1 1,33-1-1,19-1-783,109-2 3984,-104-6-4784,-56 6 1722,-1-2 1,0 0-1,0-2 1,0 1-1,0-2 1,-1 0-1,0-1 1,-1-1-1,0-1 1,0 0-1,-1 0 1,24-24-1,-20 15-157,-1 0 0,-1-1 0,-1-1 0,-1-1 0,-1 0 0,-1 0 0,-1-1 0,11-33 0,-17 44-984,23-69-1167,-4 1 5958,-15 48-214,-3 0 0,0-1 0,1-38 0,-5-3-3521,-8-85 0,4 145-69,-1-1 0,-1 1 0,-1 0 0,-11-25 0,-4-10 0,11 25 0,-2 0 0,-1 0 0,-18-26 0,8 13 0,20 34 0,0-1 0,-1 1 0,1 0 0,-1 0 0,1 0 0,-1 0 0,0 0 0,0 1 0,0-1 0,-1 1 0,1 0 0,-1 0 0,1 0 0,-7-2 0,-9-2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1:45.688"/>
    </inkml:context>
    <inkml:brush xml:id="br0">
      <inkml:brushProperty name="width" value="0.1" units="cm"/>
      <inkml:brushProperty name="height" value="0.1" units="cm"/>
      <inkml:brushProperty name="color" value="#FF4538"/>
    </inkml:brush>
  </inkml:definitions>
  <inkml:trace contextRef="#ctx0" brushRef="#br0">0 0 8192,'0'5'18022,"5"12"-18022,2 8 0,0 4 0,3 3 0,0 1 0,4 0 0,-1-1 0,2-6 0,-1-2 0,-3 0 0,-3 0 0,2 2 0,-1 1 0,-2-3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1:46.880"/>
    </inkml:context>
    <inkml:brush xml:id="br0">
      <inkml:brushProperty name="width" value="0.1" units="cm"/>
      <inkml:brushProperty name="height" value="0.1" units="cm"/>
      <inkml:brushProperty name="color" value="#FF4538"/>
    </inkml:brush>
  </inkml:definitions>
  <inkml:trace contextRef="#ctx0" brushRef="#br0">0 287 8192,'6'0'18022,"10"-5"-18022,4-7 0,3-6 0,2-5 0,3-4 0,1-2 0,1-1 0,0 4 0,-5 2 0,-2 4 0,-4 2 0,-1 3 0,-3-1 0,0 3 0,-1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1:48.841"/>
    </inkml:context>
    <inkml:brush xml:id="br0">
      <inkml:brushProperty name="width" value="0.1" units="cm"/>
      <inkml:brushProperty name="height" value="0.1" units="cm"/>
      <inkml:brushProperty name="color" value="#FF4538"/>
    </inkml:brush>
  </inkml:definitions>
  <inkml:trace contextRef="#ctx0" brushRef="#br0">0 0 22934,'502'0'0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9:07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1 322 8192,'0'-5'18022,"0"-7"-18022,0-6 0,0-5 0,5-4 0,7-2 0,1-1 0,-2-1 0,-2 0 0,-3 0 0,-3 1 0,-1 0 0,-1 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23:29:08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8192,'5'5'18022,"7"2"-18022,11 4 0,7 11 0,8 6 0,3-1 0,-1 0 0,-2 0 0,-2 0 0,-3-4 0,-1-1 0,-2-4 0,-5 0 0,-3-4 0,1 2 0,-4-3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0:27:24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2544 973 8192,'-17'1'13040,"1"2"-7765,-29 11-6699,23-6 2555,-140 49-1131,-251 126 0,270-112 0,-144 84 0,-234 181 0,361-216-6,99-72-484,57-44 467,-49 37-2631,-25 26-5764,5 5 1671,31-20 7063,33-41-316,-1 0 0,-16 15 0,-18 20 0,3 12-841,2 1 3522,-37 61 10929,34-55-12091,21-36-993,-27 53 1,33-49-590,0 1 1,2 1 0,2 0 0,1 0 0,2 1 0,2 1 0,1-1-1,-1 55 1,5 49-10514,1-1 3628,4-2 7010,13 5 2092,-7-77 4044,5 28 738,-2-19-4202,-9-58-2913,0-1 1,1 1-1,1-1 1,0 0-1,15 25 1,3 7 689,-18-37-499,0 1-1,0-1 1,1-1 0,0 1-1,1-1 1,0-1-1,0 1 1,12 8 0,30 19-3326,1-6-3512,9 4 752,-1 0 4557,56 31 1681,34 33-164,-79-48 0,-31-26 0,-22-13 0,1 1 0,-1 0 0,16 17 0,6 7-143,18 19 2899,-22-13-4379,-7 2 3359,8 27-3761,-4-7 5505,-1-14 9056,3-4-10242,86 80-19053,-106-114 16415,1-1 1,0-1 0,0-1-1,1 0 1,23 9 0,-21-9 151,-7-4 375,0-1 0,0-1-1,0 1 1,1-2 0,-1 0 0,23 2 0,73-6-1297,-80 0 1072,0 1 1,0 1-1,35 5 1,44 8 41,0-4 0,127-7 0,-166-3 0,93-13-262,-15 0 3320,-65 12-3666,106 3 4881,-112 0-5345,-1-1-4317,-47 2 5389,0 1 0,0 1 0,0 1 0,28 9 0,-25-6 0,0-1 0,56 6 0,223-14 0,-257-4 0,-1-1 0,0-3 0,0-2 0,-1-3 0,-1-1 0,0-2 0,-1-3 0,-1-1 0,83-54 0,228-151 0,-223 141 0,63-44 0,-25 6 0,157-126 0,-209 156 88,-75 61 48,-2-2-1,45-45 1,-17 4 1072,128-139-2911,-154 155 3831,-19 20-2913,36-75 1,0-28 12951,-9-2-6941,-25 50-6080,-3 0 0,-5-2 0,8-108 0,-18-13 3844,-10 194-2198,0-86-2866,-18-146-14376,2 164 16656,-42-116-206,46 175 0,-1 1 0,-1 0 0,-2 1 0,-27-39 0,8 20-671,-84-108 3850,58 97-5192,17 22 1889,-3 2 0,0 1 1,-80-41-1,70 47 124,-1 2 0,-71-22 0,124 47 0,-35-11 0,-1 1 0,1 2 0,-2 2 0,-57-4 0,-59-1-190,-21 0 2856,19 12 6189,1 1-3712,-33 0-2647,-95 1-3147,-191 0 354,415 2-1005,-74 12 0,68-5-4447,-10 2-2531,7-1 7891,-3-6 4373,38-4 4382,-1-1-3962,-162-3-4136,170-1-268,1-2 0,-48-15 0,-7-1 0,48 10-4539,5-2 4943,22 9 495,0 1-1,0 0 1,0 1-1,0-1 0,-10 0 1,13 3-1126,1 0 0,0 1 0,0 0 0,0 0 0,-1 1 0,1 0 0,-9 2 0,7-1-1365,-1 1 0,1-1-1,0 2 1,0-1 0,-12 9 0,-29 25-4335,1 1 3945,-5 0 1982,28-20 0,-36 22 0,52-36 83,0 1 1,0 0 0,1 0-1,0 1 1,0 0 0,0 0-1,1 1 1,-1 0 0,2 0-1,-1 0 1,-7 14 0,8-10-185,1-1 1,0 0-1,1 1 1,0 0 0,1 0-1,0 0 1,1 0 0,0 0-1,0 14 1,2 40 100,-4 139 0,0-163 0,-2 1 0,-19 78 0,18-99 0,-9 32 0,-11 65 0,22-97 0,-1-1 0,-1 1 0,-1-2 0,-12 26 0,-14 39 0,20-46 0,-36 74 0,1 7 0,1-2 0,18-61 0,-2-1 0,-3-1 0,-2-2 0,-3-1 0,-1-2 0,-54 49 0,-22 0 0,69-58-164,-2 2 3264,19-8 4736,15-14-9458,-68 96 3899,42-41-4539,21-21-6903,12-28 9351,1 0 1,2 1-1,0-1 1,2 1-1,0 34 0,2 16 3583,1 27 5881,3-35-6370,-1-57-3279,1-1 0,0 1 0,0 0-1,1-1 1,1 0 0,0 1 0,0-2 0,1 1 0,1-1-1,0 0 1,9 11 0,15 15-3374,52 45 0,-76-74 2469,76 64-6239,8-7 4238,-51-39 2879,1-1 0,2-3 1,0-1-1,90 27 0,-99-40 26,1-2 0,-1-2 0,1-1 0,66-5 0,-18 0 0,-9 3 0,152-5 0,-189 1 0,1-1 0,-1-1 0,72-24 0,-58 11 0,-1-3 0,0-1 0,69-46 0,-55 30 0,-30 19 0,-1-1 0,-1-1 0,-1-2 0,36-36 0,-39 32 0,1 2 0,1 2 0,0 0 0,2 2 0,1 2 0,71-33 0,-36 24 0,1 4 0,126-29 0,88 7 0,-208 30 0,1 3 0,1 3 0,97-1 0,-171 12-189,72 1 1788,-35-2 4663,1-1 1,47-9 0,-28-4-8439,-19 0-1188,-1-1 0,-1-3 0,-1-1 0,40-28 0,26-14 2162,-19 14 1202,-2-4 0,126-105 0,-182 133 0,-2-2 0,0-1 0,38-55 0,48-101 0,-93 148 0,16-47 0,3-5 0,-27 64 1345,-1-1-1,-1 1 1,-2-1 0,0-1 0,-1 1-1,2-42 1,-8-154 9264,-3 99-12609,4 99 2000,-1 0 0,-1 0 0,-1 1 0,-1-1 0,-1 1 0,-1 0 0,-1 0 0,0 1 0,-2 0 0,0 0 0,-2 1 0,-18-27 0,-45-45-987,-47-36-10067,89 97 6618,-73-49-1,76 61 5883,-44-21 0,30 17-1446,-56-39 0,-13-8 0,57 40 0,14 6 0,0 2 0,-1 3 0,-49-16 0,37 21 0,-1 1 0,-104-6 0,-112 14 0,220 4 0,-243-16 0,195 6 186,0 5 1,-116 9-1,199-2 2383,-1 0 0,1 2 1,-1-1-1,-17 8 0,-28 12 2379,-9 4-5279,30-15 331,26-8 0,0 1 0,0 0 0,0 1 0,1 0 0,-19 12 0,20-11 0,-1 0 0,0-1 0,-1 0 0,1-1 0,-1-1 0,-23 5 0,-43 13 0,36-8-1399,-86 17 1,93-25-3752,-1-2 0,-47-1 0,30-3 3858,1-2 3725,6 1 3801,0 0 4638,39 0-10872,0 0 0,0-1 0,0 0 0,0 0 0,1-1 0,-1-1 0,1 0 0,0 0 0,0 0 0,0-1 0,-13-10 0,3 0 0,1 0 0,0-1 0,-29-33 0,25 17-2378,-3-21-5927,-5-7 2192,22 45 5959,0 1 1,1-1 0,0-1 0,2 1-1,0-1 1,0 0 0,-3-31 0,-3-12 153,6 34 0,1 0 0,-2-33 0,6 32 280,-2-6-499,3 1 0,5-47 0,-4 67 612,0 1 0,1-1 0,0 0 0,1 1 0,0 0 0,1 0 0,0 0 0,1 1 0,-1-1 0,15-15-1,20-18 9521,25-20-5941,18-17-4340,-71 69-1003,0 0-1,0 2 0,0-1 0,1 2 1,17-9-1,74-32-7944,-76 37 9400,160-70-84,-154 70 0,1 1 0,0 1 0,40-4 0,15-5 0,-58 12 0,0 1 0,62-4 0,-79 10 0,-1 0 0,1 1 0,0 0 0,-1 1 0,1 1 0,-1 0 0,0 1 0,25 10 0,-20-2 0,0 1 0,-1 0 0,-1 1 0,0 1 0,25 28 0,-8-8 0,2 4 0,0 1 0,-3 1 0,49 81 0,-69-96 0,-1 0 0,-1 1 0,10 37 0,4 11 0,-5-12 0,-2 1 0,12 96 0,-1-5 0,-13-89 0,-4 2 0,-2-1 0,0 75 0,-12 857 0,-1-949 0,-2 1 0,-2-1 0,-19 63 0,11-49 0,-7 74 0,16 171 961,7-184 1819,0-107-2653,0 1 0,1-1 0,1 1 1,0-1-1,1 0 0,2 0 0,0-1 0,11 25 1,-5-20 1002,0 0 1,2-2-1,0 1 1,1-2 0,29 29-1,-6-12 1507,2-2 0,65 42 0,27 8-1862,-62-40-3108,-48-30 2333,1-1 0,0-1 0,1-1 0,0-1 0,0-1 0,52 11 0,41-5-2442,60-11-7149,-36-2 3606,-47 6 5981,10 3 4,1-4 0,0-5 0,157-17 0,-198 5 0,99-31 0,-3 0 0,-100 26 0,0-2 0,-2-4 0,0-1 0,-2-4 0,0-1 0,-2-4 0,89-65 0,-26 3 0,202-212 0,-288 272 0,24-22 0,81-110 0,-106 122 0,139-209 0,-130 187 0,-4-1 0,29-74 0,61-209 0,-115 317 1201,9-52 0,-13 38-1582,-1 1-1,-3-1 1,-1 0-1,-7-54 1,3 82 534,-1 1 1,0-1 0,-1 1-1,0 0 1,-2 0-1,0 1 1,-1 0 0,0 0-1,-2 0 1,-20-26-1,-9-4-47,-87-76 0,60 60-1943,17 17 2381,-2 3-1,-103-66 1,-129-45 447,148 95 467,-80-9 7537,-6 20-2183,75 27-9236,-145 5 2374,96 18-2769,18-1-4478,175-2 7069,-115 2-7447,83 0 7826,0 1 1,0 2 0,-35 10-1,-3 7 4495,40-11 1252,-58 12-1,57-16-5545,0 2 0,-45 18 0,-16 5-386,60-20 54,-44 19 1,47-17-289,-53 16-1,26-13-8339,3 4 7956,21-8 4149,-1-2 0,-38 9-1,8-14-4230,-460-7 734,501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1:13:20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8192,'18'4'17489,"-7"1"-15376,5 4-3811,6 2 1816,293 137-118,-276-130 0,1-2 0,53 13 0,-34-11 0,-30-10 0,1-1 0,-1-1 0,1-2 0,32 0 0,126-5 0,-67-2 0,-109 2 0,0-1 0,1 0 0,-1-1 0,0 0 0,0 0 0,-1-1 0,1-1 0,20-11 0,26-11 0,-15 10 0,-2-3 0,0-1 0,-1-2 0,-2-2 0,65-52 0,20-31 0,-106 92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1:13:31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4715 8192,'1'-15'12733,"2"-1"-7388,3-3-4062,4-8-3566,-1 3 3227,32-82-944,5 1 0,110-184 0,-135 256-24,2 0 1,2 1-1,0 2 1,2 1-1,1 1 0,63-48 1,-61 55-1237,2 1-1,39-18 1,-37 22-3169,2 1 1,54-15-1,-68 25 4165,1 1 1,46-3 0,-47 6 145,95-1 3003,-89 2 1029,57 10 0,-69-7-2266,0 1 1,-1 1-1,20 8 1,-21-6-1323,-1-1 0,-1 2 0,18 12 0,-14-6-405,0 1 1,0 0-1,-1 1 1,-1 1-1,18 28 1,-16-19 78,-2 1 0,21 52 0,-28-63 0,13 32 0,-9-26 0,-2 1 0,0 0 0,-1 0 0,-2 1 0,0 0 0,5 48 0,1 129-1289,3 109-1163,-15-275 1856,-5 143-10650,-2-103 9366,-12 39 7557,-1 10-2839,13-39-6506,4 62-1407,5 75 4750,-1-32 319,4-98 6,23 137 0,-5-67 0,-13-108 0,2 0 0,3 0 0,2-2 0,26 58 0,14 39 0,-44-111 0,3-2 0,0 0 0,3 0 0,28 41 0,-6-20 0,75 79 0,-14-35 1628,-68-72 2986,2-1 0,67 40 0,-37-33-6179,-22-16-5826,71 23 1,-55-25 8266,16 3-654,71 17-525,-47-20 3740,-38-7 8200,-2 4-8065,-20-4-4788,47 5 0,23-2-9219,1 1 5180,22 5 3664,67 12 3431,-9-3-2532,-123-17 692,626 73 0,-660-81 0,573 27 0,-211-16 0,40 0 0,652-15 0,-976-3 0,0-4 0,170-35 0,260-91 0,-226 51 0,-147 36 0,-2-8 0,-3-6 0,249-132 0,-191 63 0,-68 37 0,-18 9 0,-5-7 0,-3-5 0,195-191 0,-266 229 0,-2-1 0,79-116 0,-100 124 0,-3-2 0,-2-1 0,-3-1 0,25-73 0,-3-17 217,64-192-540,-39 112 3225,-37 92-190,7-70 7367,-33 154-7644,38-313-3256,-38 207-7610,-11-31 1184,-20-1 5473,-58-174 2025,45 247-1679,-32-56 7669,46 128-4582,-49-74 0,49 88-4971,-34-37 0,46 57 3010,-1 0 0,0 0 1,-14-8-1,-67-34 4964,28 18 420,-4-4 1166,-1 5-4399,49 25-1869,0 0 0,-1 0 0,0 2 0,0 1 1,-33-3-1,-26 0 104,-130-29 1,63 9-3715,-2 11-8360,122 14 11186,-52 0 362,0-3 0,0-4 1,-76-18-1,101 12-414,-153-33 4183,115 37-4854,32 5 8111,-65-14-1,-56-23-2090,8 3-7872,-116-38-11777,131 31 15087,61 16 69,-131-62 0,120 37 0,-12-4 0,72 38 0,1-2 0,1-2 0,2-2 0,0-2 0,-41-37 0,5-5 0,-95-112 0,137 140 0,-56-89 0,89 128 348,-6-10 1001,1-1 0,-13-28 0,14 17 2566,3-4 3449,4-147-4988,2 85-2964,-2 75 441,1 0-1,0 0 1,2 1 0,0-1-1,0 0 1,2 1-1,0 0 1,1 0 0,0 0-1,2 1 1,0-1-1,14-19 1,-2 6 980,-13 18-998,1 0 0,0 1 1,10-11-1,19-15 1427,7-8-4017,-11 18 5605,9-8-3248,-32 26 539,0-1 1,1 1-1,0 1 0,0 0 0,22-10 0,167-67 355,-183 80-496,0-1 0,0 2 0,0 0 0,0 1 0,35 1 0,-22 2 0,1 2 0,44 10 0,-67-12 0,-1 1 0,0 0 0,0 1 0,1 0 0,-2 0 0,1 0 0,0 1 0,-1-1 0,0 2 0,1-1 0,-2 1 0,1 0 0,0 0 0,-1 1 0,0-1 0,-1 1 0,1 0 0,-1 0 0,0 1 0,0 0 0,-1-1 0,0 1 0,0 0 0,-1 0 0,0 1 0,0-1 0,-1 0 0,1 10 0,8 57 434,-1-8-2050,0 69 1,-9-106 4094,1 0-3321,-1 77-13226,-3-62 11583,-2-15 76,0-12 8718,-1 0-1,-16 30 0,6-16-5111,12-26-1197,0 1 0,1-1 0,-2 0 0,1-1 0,0 1 0,-1-1 0,0 0 0,0 0 0,0 0 0,-1-1 0,1 0 0,-1 0 0,0 0 0,0 0 0,0-1 0,-7 2 0,-11 1 0,0-1 0,-48 3 0,-2 0 0,-32 7-3898,-145-5-10790,162-10 12746,-3 0 4448,78 1-2506,0-2 0,0 0 0,0-1 0,0 0 0,1-1 0,0-1 0,-1 0 0,1 0 0,1-2 0,-1 1 0,1-2 0,-13-9 0,2-1 0,0-1 0,2-1 0,0-1 0,-33-43 0,42 45 0,1 0 0,0-1 0,2 0 0,-9-26 0,-7-16 0,17 42 0,1 0 0,0-1 0,2 1 0,1-1 0,0 0 0,2-1 0,0 1 0,1 0 0,2-1 0,2-23 0,-1 35 0,1 0 0,0 1 0,0-1 0,1 1 0,0 0 0,8-14 0,7-14 0,-2 0 1037,38-57 0,-24 43 245,-8 15 7631,3 2-5061,0 0-4697,1 3-4335,20-28 4430,-28 35-729,1-1-3836,2 1 4621,1 1 0,0 1 0,36-26 0,85-49 918,-107 74-224,1 2 0,42-17 0,-59 30 0,0 1 0,0 0 0,1 2 0,-1 0 0,43-2 0,89-6 0,37 0 0,-104 11 0,211 5 0,-258 0 0,-1 1 0,1 2 0,41 12 0,-64-12 0,0 0 0,28 18 0,7 3 0,-15-9 0,-1 2 0,60 45 0,-16-9 0,-13-8 0,81 74 0,-113-92 0,44 42 0,77 93 0,55 92 0,-139-168 0,7 18 0,74 135 0,-91-142 0,92 185 74,-113-207 411,49 101 11253,-9 4-6013,42 163-5725,-85-222-1469,-17-61 525,24 127 1,-21-53 3426,56 183-10787,-74-300 8256,26 98-4317,40 149 191,44 131 3916,-63-210 258,47 134 0,-53-201 825,36 90 621,-25-72-3717,-18-45 4118,123 278-3694,-38-100 1847,-33-69 0,134 222 0,-76-175 0,-56-89 0,149 195 0,151 127 2300,-195-243-2124,-117-150-2049,5-4 6445,24 25 5723,-53-54-9036,77 57 1,36 36-1227,-147-129-33,1-1 0,28 18 0,0-1 0,46 32-78,186 96 0,-13-9-2242,194 134 3851,-340-215-8473,111 63-2331,-74-57 12356,-50-21 3694,-78-40-4413,1-2 0,43 17 0,262 95-2156,-99-49-6131,-91-34 3006,-130-41 2901,787 244-9150,27-77 10220,-772-167 5123,1-2 0,83-5 0,-38-2-7740,-72 4 1563,0-2 0,0-1 0,0-2 0,0-2 0,-1-1 0,38-13 0,15-15 0,159-93 0,-121 59 0,-103 57 0,41-21 0,86-60 0,65-46 0,-197 128 0,-1-1 0,0-1 0,-1-1 0,0 0 0,-2-1 0,1-1 0,-2 0 0,21-33 0,9-21 0,13-28 0,-47 78 13,0-1 1,-2 0 0,7-33-1,-9 28-3625,-1-1-3828,7-41 1628,3 2 3961,-4 21 2064,-1 0 0,2-70 0,-14-121-213,-1 183 0,-3 1 0,-19-76 0,-35-81 0,45 164 0,-2 1 0,-36-65 0,16 45 0,-78-102 0,101 148 136,-1 0 1,-1 1 0,-1 1 0,0 1-1,-1 1 1,-25-15 0,23 18 4467,-34-15 0,-2 3 2188,16 6-6260,-77-22 1,96 32-935,0 0 1,-40-21 0,46 19-110,-1 1 0,-1 1 0,1 1 0,-1 0 0,-27-4 0,9 4-5915,-59-19 1,3 1 5524,-16-7 901,16 4 0,13 8 0,0 4 0,-1 3 0,-97-1 0,114 10-862,-30-8 10102,-5 0 946,31 8-10728,-664 5 542,707-2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1:13:5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793 596 8192,'6'-15'16635,"6"-2"-13573,19-12-4737,-22 20 1675,0 1 0,1 0 0,1 1 0,-1 0 0,1 1 0,0 0 0,0 0 0,1 1 0,0 1 0,0 0 0,0 1 0,0 0 0,0 0 0,24 0 0,203 5 0,-236-1-23,0-1 1,0 0-1,0 1 0,0 0 1,-1-1-1,1 1 1,0 1-1,0-1 1,-1 0-1,1 0 1,-1 1-1,1 0 1,-1-1-1,0 1 1,0 0-1,0 0 1,4 4-1,-4-2 115,1 0-1,-1 0 1,0 0-1,0 0 1,-1 1 0,1-1-1,-1 0 1,0 1-1,0-1 1,0 8 0,0-3-441,-1 0 0,0 1 1,-1-1-1,-3 17 1,2-18-1384,0 0 1,-1 0 0,0 0-1,-7 13 1,6-14 311,-1 0-1,0-1 1,0 1-1,-9 8 0,-30 19-1329,-5-5 5867,0-7 7386,37-17-9830,1-1 1,-1-1-1,0 0 0,-1-1 0,1 0 0,0-1 0,-1 0 0,-23-2 0,-32-10-733,6-10-3358,48 15 966,-13-5 246,-30-17 0,24 5-2930,-12-11 3833,-2-1 824,1-1 0,-57-61 0,91 84 492,1-1 0,0 0 0,1 0 0,0-1 0,1 0 0,1-1 0,1 1 0,0-2 0,1 1 0,1-1 0,0 0 0,-3-27 0,6 31-7,1 1 0,1-1 0,-1 1 0,2-1 0,0 1 0,1-1 0,5-22 0,-4 29 26,-1 0 0,1-1 0,0 1 0,1 0 0,-1 1 0,1-1 0,1 1 0,-1-1 0,1 1-1,-1 1 1,1-1 0,1 1 0,-1-1 0,1 2 0,11-7 0,-2 3 183,0 0 1,1 2-1,-1 0 0,30-5 0,2 2 2899,-29 4 62,30-2 2811,0 2-4024,1 4-4050,-2 2-4076,-41-1 4896,0 0 1,1 0 0,-1 1 0,11 4 0,-8-2 874,0 0 1,0 1-1,-1 0 1,15 12-1,-8-4 558,-1 1 0,-1 0 0,21 28 0,-23-22-166,-1-1 0,0 2 0,-2 0 0,0 0 0,6 28 0,-12-41 0,6 26-10,-1 1 0,-2 0 0,-1 0 0,-2 62 0,-9 4 2921,6-89-3017,-2 0 0,0-1 1,0 1-1,-1-1 0,-1 1 1,1-1-1,-2 0 0,0-1 1,0 0-1,-1 0 0,0 0 1,-1 0-1,0-1 0,-16 14 1,4-6-108,-1-1 0,-1 0 1,0-2-1,0-1 0,-46 19 1,15-13 212,0-2 0,-2-2 0,0-3 0,0-2 0,-1-3 0,0-2 0,-1-2 0,-71-7 0,114 3 0,1-1 0,0 0 0,0 0 0,0-2 0,0 0 0,1 0 0,0-1 0,-1 0 0,2-1 0,-1-1 0,1 0 0,-14-10 0,17 10 0,0-1 0,1 0 0,0 0 0,0 0 0,1 0 0,0-1 0,0-1 0,1 1 0,0 0 0,1-1 0,0 0 0,1 0 0,0-1 0,0 1 0,-2-17 0,4 19 0,0-1 0,1 1 0,0 0 0,0 0 0,0 0 0,1 0 0,0 0 0,1 0 0,0 0 0,0 0 0,1 0 0,0 1 0,0-1 0,1 1 0,0 0 0,0 0 0,0 0 0,1 1 0,0-1 0,1 1 0,-1 0 0,1 1 0,0-1 0,1 1 0,-1 0 0,15-7 0,6-1 0,1 2 0,34-9 0,3-2 0,22-8 1194,50-5-3705,-100 28 4432,66-2 1,-74 8 4324,36 5 0,-60-3-6110,0 1 0,1-1 0,-1 1 0,0 0 1,0 0-1,0 0 0,0 1 0,-1 0 0,1 0 0,-1 0 0,1 0 1,-1 1-1,0 0 0,0-1 0,-1 2 0,1-1 0,-1 0 0,0 1 0,0-1 1,-1 1-1,1 0 0,-1 0 0,3 9 0,-2-5-156,0 0 0,0 0-1,-1 1 1,-1-1 0,1 1-1,-2-1 1,1 1 0,-1 0 0,-1-1-1,0 1 1,0-1 0,-4 17 0,3-23 20,1 0 0,-1 1 0,0-1 0,0 0 0,0 0 0,-1 0 0,1 0 0,-1 0 0,1-1 0,-1 1 0,0-1 0,0 1 0,0-1 0,0 0 0,0 0 0,-1-1 0,1 1 0,0-1 0,-1 1 0,-6 0 0,-17 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1:14:12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1 511 8192,'1'-16'10883,"3"0"-5342,9-17-2359,22-26-5917,-30 50 3886,36-58-1151,32-47 0,-64 103 0,1-1 0,1 1 0,0 1 0,0 0 0,1 0 0,14-8 0,81-43 0,-70 42 0,-23 13 0,0 0 0,0 1 0,0 0 0,1 1 0,0 1 0,0 1 0,21-2 0,111 4 0,-83 3 0,54-4-3766,82 3-10490,-186 0 14112,0 0 0,0 1 0,-1 1 0,1 0 0,-1 1 0,17 9 1,34 20 2251,-24-9 6627,-25-16-2994,22 13-3298,54 35-2441,-59-26-2,-28-27 0,0 1 0,0-1 0,1 1 0,-1-1 0,1-1 0,10 7 0,-9-6 0,1 1 0,-1-1 0,0 1 0,6 7 0,-3-4 0,4 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1:42:15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1155 8192,'3'-89'12901,"7"2"-7495,-1 38-5447,1 1 0,3 0 0,2 1 1,1 0-1,3 2 0,31-55 1,-35 73 40,103-177 0,-91 164 0,1 1 0,62-66 0,7 17 0,-83 77 0,1 1 0,0 1 0,0 1 0,1 0 0,23-9 0,-20 10-4,0 2 0,0 0-1,1 1 1,0 0 0,20 0 0,-31 4-348,0 1 0,1-1 0,-1 1 0,0 1 0,13 3 0,-15-2-339,0-1 0,-1 1 1,0 0-1,1 0 1,-1 1-1,-1 0 0,1 0 1,5 5-1,18 19-1872,-1 1 1,36 50-1,-33-34 1237,33 63 0,82 225 2609,-68-141-1895,-57-144 612,72 148 0,-80-173 0,1 0 0,2-1 0,0-1 0,1-1 0,1 0 0,21 19 0,-3-11 1299,-10-10 3134,41 21 0,-57-34-2636,1-1 0,-1 0 0,14 3 0,35 3-532,-32-9-1464,1-1 0,36-4 1,-53 2 200,-1 0 0,0-1 0,0-1 0,0 1 0,0-1 0,-1-1 0,1 0 0,-1 0 0,0-1 0,-1 0 0,0-1 0,0 0 0,0 0 0,0 0 0,-1-1 0,-1 0 0,7-10 0,12-19-105,-2-1 0,31-71 0,-36 71-184,51-131-8279,-5 12-155,-50 128 8677,1 1 0,2 0 0,24-31 1,-29 46 45,0 1 0,1 1 0,0 0 1,1 0-1,21-11 0,3-3 544,-20 13-318,0 0 0,1 2 1,1 0-1,-1 2 0,1 0 0,1 1 0,-1 1 1,28-4-1,-33 7 537,1 2 0,-1 0 0,1 1 0,0 0-1,17 3 1,-22-1 462,0 1-1,-1-1 0,1 2 1,-1-1-1,1 2 0,-1-1 0,17 11 1,7 8-658,64 40-821,145 123-1,-102-69-620,-76-73-5154,-54-38 5531,1 0 0,0-1 0,0-1 1,1 1-1,-1-2 0,1 0 0,0 0 1,15 0-1,16 0-1601,47-4 1,-54 1 1800,-17-2 245,0 1 0,-1-2-1,1-1 1,0 0 0,-1-2 0,0 0 0,-1-1 0,1-1 0,-1 0 0,-1-2 0,18-11 0,6-9-103,-1-1 1,-1-3 0,38-42 0,48-42 648,-112 106 1424,1 0 0,0 0 0,1 1 0,0 1 0,1 1 0,0 0 0,0 1 0,1 1 0,21-7 0,5 5-846,2 6-3809,-21 3 2736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1:44:46.492"/>
    </inkml:context>
    <inkml:brush xml:id="br0">
      <inkml:brushProperty name="width" value="0.05292" units="cm"/>
      <inkml:brushProperty name="height" value="0.05292" units="cm"/>
      <inkml:brushProperty name="color" value="#E71224"/>
    </inkml:brush>
  </inkml:definitions>
  <inkml:trace contextRef="#ctx0" brushRef="#br0">0 1605 8192,'88'0'12017,"0"0"-6470,17 0-3492,53 0-3831,59 0 1955,-211 0-179,0 0 0,1 0 0,-1 0 0,0-1 0,0 1 0,0-1 0,0-1 0,0 1 0,0-1 0,-1 0 0,1 0 0,0-1 0,-1 1 0,0-1 0,0 0 0,0-1 0,0 1 0,0-1 0,-1 0 0,0 0 0,1 0 0,-2 0 0,1-1 0,-1 1 0,1-1 0,-1 0 0,-1 0 0,5-10 0,21-44 0,-19 43 0,-1-1 0,10-31 0,-17 42 0,25-75 0,-24 76 0,0 0 0,0 0 0,1 0 0,0 0 0,0 1 0,0-1 0,1 1 0,-1-1 0,1 1 0,0 0 0,0 0 0,7-4 0,-8 7-84,0 0 1,0 0-1,0 1 0,-1-1 1,1 1-1,0-1 1,0 1-1,0 0 1,0 0-1,0 0 1,0 0-1,0 1 1,0-1-1,0 1 0,0-1 1,0 1-1,0 0 1,-1 0-1,1 0 1,0 1-1,-1-1 1,1 1-1,-1-1 1,1 1-1,-1 0 1,0-1-1,4 5 0,5 4 529,-1 0 0,0 1 0,17 23 0,16 31-971,42 99-8418,-83-162 8929,28 66-7698,26 94 7449,-50-143 1130,2-1 1,0 1 0,0-1 0,22 30-1,-13-24 3812,-1-3 3392,-15-20-8054,-1 0 1,1-1-1,0 1 1,-1 0-1,1-1 1,0 1-1,-1-1 0,1 1 1,0-1-1,0 1 1,0-1-1,-1 1 1,1-1-1,0 0 1,0 1-1,0-1 1,0 0-1,0 0 0,0 1 1,0-1-1,0 0 1,0 0-1,0 0 1,0 0-1,0 0 1,0 0-1,-1-1 1,1 1-1,0 0 1,0 0-1,0 0 0,0-1 1,0 1-1,0-1 1,0 1-1,-1-1 1,1 1-1,0-1 1,0 1-1,-1-1 1,1 1-1,0-1 1,-1 0-1,1 1 0,0-1 1,-1 0-1,1 0 1,0-1-1,4-4-484,-1-1 0,0 1-1,0-1 1,4-12 0,16-50-4143,18-88 0,-15 46-1506,28-129 5901,-20 76 225,-21 114 113,1-3 2454,-10 16-4220,-3 20 4652,12-23 10446,-13 40-13215,-1 0 1,1-1 0,0 1 0,-1 0-1,1-1 1,1 1 0,-1 0-299,0 1 0,1-1 1,-1 1-1,0-1 1,0 1-1,0 0 0,1-1 1,-1 1-1,0 0 1,0 0-1,0 0 0,0 0 1,-1-1-1,1 1 1,0 0-1,0 1 0,-1-1 1,1 0-1,0 1 1,17 28-35,-3 1 1,0 0 0,9 35 0,5 9-2336,0-11 793,27 72-9190,-50-115 10904,0 1 1,3 33 3356,-6-32 4813,3 4-5016,-5-25-3202,-1-1 0,1 1 1,0-1-1,-1 0 0,1 1 1,0-1-1,0 0 0,0 1 1,0-1-1,0 0 0,0 0 1,2 2-1,-2-3-39,0 0 0,-1 1 0,1-1 0,0 0-1,0 0 1,-1 0 0,1 1 0,0-1 0,0 0 0,-1 0 0,1 0 0,0 0-1,0 0 1,0 0 0,-1 0 0,1-1 0,0 1 0,0 0 0,-1 0 0,1 0-1,0-1 1,0 1 0,-1 0 0,1-1 0,0 1 0,-1-1 0,2 0 0,55-41 8,-36 26 0,41-24 0,-53 35 0,-1 1 0,1 0 0,1 0 0,-1 1 0,1 0 0,-1 1 0,1 0 0,17-1 0,110 2 0,-3 0 0,-130 1 1,0-1 0,0 0 0,-1 0 0,1 0 0,0 0 0,-1-1 0,1 1 0,-1-1 0,1 0 0,-1 0 0,0 0 0,0 0 0,0 0 0,0-1 0,-1 1 0,1-1 0,-1 0 0,1 0 0,-1 0 0,0 0 0,0 0 0,0 0 0,-1 0 0,2-6 0,4-10-41,0-1-1,-2 1 1,3-27 0,-1 9-384,9-30-2347,14-63-10911,-22 105 12910,-2 20 527,2 17 253,143 417-8,-147-417 744,33 50 13035,-36-62-13656,0 0 1,0 0-1,0-1 0,0 1 1,0 0-1,1-1 0,-1 1 1,0 0-1,0-1 0,0 1 1,0-1-1,0 1 0,-1-1 1,1 0-1,0 1 0,0-1 1,0 0-1,0 0 0,-1 0 1,1 1-1,-1-1 1,1 0-1,0 0 0,0-2 1,15-29-551,-13 24 278,16-37 514,21-79-1,-13 37-102,-27 85-262,12-27 0,-6 20 0,-5 9 0,-1 0 0,0 0 0,1 1 0,-1-1 0,0 0 0,1 0 0,-1 0 0,0 0 0,0 0 0,1 1 0,-1-1 0,0 0 0,0 0 0,0 0 0,1 1 0,-1-1 0,0 0 0,0 0 0,0 0 0,0 1 0,1-1 0,-1 0 0,0 1 0,0-1 0,0 0 0,0 0 0,0 1 0,0-1 0,0 0 0,0 0 0,0 1 0,0-1 0,0 0 0,0 1 0,6 42-1624,-2 1 1,-5 84 0,-1-49-1352,1 439-6599,0 174 10859,6-642 12754,2-21-11944,-7-29-2095,0 1 0,0-1 0,0 0 0,0 0 0,0 1 0,0-1 0,0 0 0,0 0 0,0 1 0,0-1 0,0 0 0,0 0 0,0 0 0,0 1 0,0-1 0,0 0 0,0 0 0,1 1 0,-1-1 0,0 0 0,0 0 0,0 0 0,0 1 0,0-1 0,1 0 0,-1 0 0,0 0 0,0 0 0,0 1 0,1-1 0,-1 0 0,0 0 0,0 0 0,0 0 0,1 0 0,-1 0 0,0 0 0,0 0 0,1 1 0,-1-1 0,0 0 0,0 0 0,1 0 0,-1 0 0,0 0 0,0 0 0,1 0 0,-1 0 0,0-1 0,0 1 0,1 0 0,-1 0 0,0 0 0,0 0 0,1 0 0,-1 0 0,0 0 0,0 0 0,1-1 0,7-18 0,40-207-20,-26 112-520,133-715-5712,-78 407-2406,70-432 6665,-139 785 4433,-3-34-4689,-3 47 2103,6-19 14566,-7 75-14335,-1 0-1,5 2 1945,-5-2-1944,0 1-1,0-1 1,0 0 0,1 0-1,-1 1 1,0-1-1,0 0 1,0 0-1,0 0 1,0 1-1,0-1 1,11 37-300,7 74 215,5 158 0,-24 117 0,-2-152 0,3-225 0,0 93 0,19 141 0,-16-206 0,-2-26 0,0 1 0,0-1 0,1 0 0,6 19 0,-6-27 0,-1-1 0,0 1 0,0-1 0,1 1 0,-1-1 0,1 0 0,0 1 0,0-1 0,0 0 0,0 0 0,0 0 0,1-1 0,-1 1 0,1 0 0,-1-1 0,1 1 0,-1-1 0,1 0 0,0 0 0,0 0 0,0 0 0,0 0 0,0-1 0,3 1 0,20 1 0,1-1 0,38-3 0,-44 0 0,0 2 0,0 0 0,0 1 0,0 0 0,24 6 0,-13-1 0,0 0 0,1-2 0,0-2 0,0 0 0,61-5 0,-86 2 3,-1 0 1,1 0 0,-1 0 0,0-1-1,1 0 1,-1 0 0,0-1 0,0 0 0,0 0-1,-1 0 1,1-1 0,7-5 0,-7 3-72,0-1 0,-1 0 1,0 0-1,0 0 1,-1 0-1,0-1 0,0 0 1,6-16-1,7-16-4546,29-67-7128,-23 33 13841,-13 50 7472,-11 24-9460,1-1 0,-1 1 0,1-1 0,-1 1 0,1 0 0,-1-1-1,1 1 1,-1 0 0,1-1 0,-1 1 0,1 0 0,-1-1-1,1 1 1,0 0 0,-1 0 0,1 0 0,0 0 0,-1-1-1,1 1 1,0 0 0,-1 0 0,2 0 0,1 1 2,-1 1 1,1-1-1,-1 0 1,0 0-1,1 1 1,-1-1-1,0 1 1,0 0-1,0 0 1,0-1-1,0 1 1,-1 0-1,1 0 0,-1 1 1,2 2-1,78 131-3544,-50-76-1352,-10-19-2213,-18-35 6803,0 0 0,0-1 0,0 0 0,1 0 1,0 0-1,0 0 0,0 0 0,6 5 0,-8-9 302,0 0 0,0 0 0,0 0 0,0 0 0,0-1 0,0 1 0,0 0 0,0-1 0,0 1 0,0-1 0,0 0 0,0 1 0,1-1 0,-1 0 0,0 0 0,0 0 0,0-1 0,0 1 0,0 0 0,1-1 0,-1 0 0,0 1 0,0-1 0,0 0 0,0 0 0,0 0 0,-1 0 0,4-2 0,21-16 1068,6-18 8571,-14 14-8197,3 3-10031,-3 7 6592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1:45:01.633"/>
    </inkml:context>
    <inkml:brush xml:id="br0">
      <inkml:brushProperty name="width" value="0.05292" units="cm"/>
      <inkml:brushProperty name="height" value="0.05292" units="cm"/>
      <inkml:brushProperty name="color" value="#E71224"/>
    </inkml:brush>
  </inkml:definitions>
  <inkml:trace contextRef="#ctx0" brushRef="#br0">0 928 8192,'28'19'15719,"5"-6"-11830,37 2-6914,-47-11 4464,342 68-1439,-317-63 0,-1-3 0,59 2 0,101-10 0,-80-1 0,-65 2 0,0-2 0,-1-4 0,0-2 0,65-18 0,4-6 0,-35 10 0,118-44 0,102-67 0,-222 85 0,-2-3 0,91-70 0,-27-9 0,-126 105 0,-15 10 0,0 0 0,-2 0 0,0-1 0,-1-1 0,0 0 0,14-37 0,20-31 0,-40 77 0,0-1 0,0 1 0,-1-1 0,0 0 0,-1 0 0,0-1 0,-1 1 0,0-1 0,1-18 0,-2 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1:23.22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593 1601 8192,'-9'-16'14870,"0"1"-10410,-11-19-7078,14 18 3928,-66-173-1310,66 162 0,1-1 0,1 1 0,2-1 0,1 0 0,4-54 0,0 44 0,-3 1 0,-5-54 0,-1 55 0,-2 1 0,-1 0 0,-2 0 0,-1 1 0,-1 0 0,-35-59 0,27 55 0,5 10 0,-1 1 0,-28-36 0,13 22 2090,1-4-3974,-55-108-14017,54 85 13574,15 25 2327,13 32 0,0 0 0,0 0 0,-1 1 0,-8-14 0,-7-9 0,14 22 0,13 18 0,89 139 0,42 76 0,-51-79 0,99 186 0,-109-207 1264,-51-84-305,27 51-1,-39-64-1305,1-1-1,21 26 0,12 18 7332,2 0 620,-12-26-6956,65 55 0,-102-96-648,0 0 0,-1-1 0,1 1 0,0 0 0,0 0 0,0-1 0,0 1 0,0 0 0,0-1 0,0 1 0,0-1 0,0 0 0,0 1 0,1-1 0,-1 0 0,0 1 0,0-1 0,0 0 0,0 0 0,1 0 0,0 0 0,-1-1 0,-1 1 0,1-1 0,0 1 0,0-1 0,-1 1 0,1-1 0,0 0 0,-1 1 0,1-1 0,-1 0 0,1 0 0,-1 1 0,1-1 0,-1 0 0,0 0 0,1 0 0,-1 1 0,0-1 0,0 0 0,1-2 0,0-7 0,0 0 0,0-1 0,-3-17 0,2 17 0,-1-21 0,-2 1 0,0 0 0,-2 0 0,-2 1 0,-1-1 0,-1 1 0,-1 1 0,-25-49 0,5 11-354,-4-40-4617,7 22 2016,16 45-3944,1 0 6665,6 19 3578,-1 0-1,-2 1 1,-10-26 0,-9 4-1306,10 19-1962,1-1 1,1 0-1,1-1 0,-14-40 1,-5-9-1205,22 54-1239,-20-31 0,-16-16-7997,8 11 6194,-1 0 4547,-3 3 5107,-1 2 5665,41 49-10849,0 0-1,0 1 1,1-1-1,-1 0 1,-1 1-1,1 0 1,0-1 0,0 1-1,0 0 1,-5-2-1,7 3-312,0 0 0,-1 0-1,1 0 1,0 0 0,0 0-1,-1 0 1,1 0 0,0 0 0,0 0-1,-1 0 1,1 0 0,0 0-1,0 0 1,-1 0 0,1 1-1,0-1 1,0 0 0,-1 0-1,1 0 1,0 0 0,0 0-1,0 0 1,-1 1 0,1-1-1,0 0 1,0 0 0,0 0-1,0 1 1,-1-1 0,1 0-1,0 0 1,0 0 0,0 1-1,0-1 1,0 0 0,0 1 0,3 19-346,111 246-13687,21-10 10771,-130-245 3336,102 201-282,60 105 240,-19-43-287,-18-30 3332,-63-116-3418,5 9-970,-67-130 1349,6 14 396,2-2-1,0 1 1,1-2-1,27 28 1,138 139-442,-136-137 1512,47 56 8983,-33-33-6799,-25-31-4518,-29-36 843,-7-4 0,-9-8 0,-25-24-619,2-2 0,1-1 0,-38-51 0,-184-249-10514,140 157 7185,15-7 3483,74 117 2329,-21-98 13874,34 112-13380,0 0-4296,1 4 1938,31 93 0,-2 3 0,2 1 0,29 53 0,-8-17 0,-15-37 0,33 50 0,-11-22 0,0-1 0,94 111 0,-119-160 0,18 19 0,11 14 0,-37-41 0,1-1 0,1-1 0,21 19 0,18 17 0,99 100-956,-107-109-2188,17 12 5689,-58-52-1991,-4-2-467,1 1-1,0 0 0,-1-1 0,1 1 0,0-1 1,-1 1-1,1-1 0,-1 1 0,1-1 1,-1 1-1,1-1 0,-1 0 0,1 1 1,-1-1-1,0 0 0,1 1 0,-1-1 0,0 0 1,1 1-1,-1-1 0,0 0 0,0-1 1,1-7-383,0 0 0,0 1 1,-1-1-1,-1-9 0,-5-21-2914,-2 1-1,-2 0 0,-1 0 0,-30-68 0,33 88 2984,-7-16 61,-2 1-1,-28-39 1,30 50 42,0-2-1,2 1 1,1-1-1,0-1 1,-11-39 0,12 24-1402,-3 4 3337,-1 1 6500,-22-34 0,-8-38-7196,28 72-1161,8 16-39,0 0-1,-1 0 0,-1 1 1,-1 0-1,-20-23 0,21 26-1432,10 12 1707,-1 1-1,1 0 1,0-1 0,-1 1 0,0 0 0,0 0 0,1 0 0,-1 0 0,0 0 0,-5-2 0,7 4-190,0 0 1,-1 0 0,1 0-1,0 1 1,0-1 0,0 0 0,-1 0-1,1 0 1,0 1 0,0-1-1,0 0 1,-1 0 0,1 0 0,0 1-1,0-1 1,0 0 0,0 1-1,0-1 1,0 0 0,0 0 0,0 1-1,0-1 1,0 0 0,0 0-1,0 1 1,0-1 0,0 0 0,0 1-1,0-1 1,0 0 0,0 0-1,0 1 1,0-1 0,0 0 0,0 0-1,0 1 1,1-1 0,-1 0-1,0 1 1,6 15-359,-6-14 234,130 281-13604,-7-21 9932,-10-7 3797,-79-176 0,-21-54 0,-2 0 0,-1 1 0,-1 0 0,-1 1 0,-1 0 0,5 47 0,-9-51 0,1 0 0,0 0 0,2-1 0,0 0 0,16 35 0,-11-30 0,-1 1 0,10 50 0,0 18 0,39 108 0,9 43 0,-49-151 0,-4 1 0,2 106 0,-17-201 0,0 6 0,0 0 0,0 0 0,0 0 0,-1 0 0,-3 11 0,3-17 0,1-1 0,0 0 0,-1 0 0,1 1 0,-1-1 0,0 0 0,1 0 0,-1 0 0,0 0 0,0 0 0,0 0 0,0 0 0,0 0 0,0 0 0,0 0 0,0-1 0,0 1 0,0 0 0,0-1 0,0 1 0,0-1 0,-1 1 0,1-1 0,0 1 0,0-1 0,-1 0 0,1 0 0,0 0 0,-1 1 0,1-1 0,0-1 0,-1 1 0,1 0 0,0 0 0,0 0 0,-1-1 0,1 1 0,0 0 0,0-1 0,-1 1 0,1-1 0,-2-1 0,-10-5 0,0-1 0,0 0 0,1-1 0,0-1 0,1 0 0,0 0 0,-17-22 0,3 5 0,-37-41 0,5-3 0,-60-92 0,-83-168 0,124 199 0,-23-43 0,-140-352 0,179 403 15018,91 159-15370,381 498 3708,-109-135-5465,-191-215 4218,-61-90-2109,-50-92 0,-1 0 0,1-1 0,-1 1 0,1 0 0,-1-1 0,0 1 0,1 0 0,-1 0 0,0-1 0,0 1 0,1 0 0,-1 0 0,0 0 0,0-1 0,0 1 0,0 0 0,0 0 0,0 0 0,0-1 0,-1 1 0,1 0 0,0 0 0,0-1 0,-1 1 0,1 0 0,0 0 0,-1-1 0,1 1 0,0 0 0,-1-1 0,1 1 0,-1 0 0,0-1 0,1 1 0,-1-1 0,1 1 0,-1-1 0,0 1 0,1-1 0,-1 1 0,0-1 0,1 0 0,-1 1 0,0-1 0,0 0 0,0 0 0,1 0 0,-1 1 0,0-1 0,0 0 0,0 0 0,1 0 0,-1 0 0,0 0 0,-1-1 0,-7 1 0,0 0 0,1 0 0,-17-4 0,-1-2-464,1-2 0,0 0 0,1-1 0,0-2 0,-28-16 0,-111-81-1022,77 43-2386,4-4-1,-106-113 1,128 114 2804,-78-115 1,-42-96 950,139 208 981,3-3 0,-30-80 1,50 103-1045,3-2-1,2 1 1,-10-82 0,17 71 4582,3-74-1,0 106 1882,-7-15-5017,1 5-1351,9 37 85,6 11 0,5 16 0,143 289 0,-24-54 0,50 85 0,-124-224 0,-41-84 0,34 61 0,-37-83 0,-23-34 0,-137-256-2388,60 105 420,74 147 1142,-24-44-3454,3-1 0,-51-144 0,81 193 4267,1 1 0,0-1 0,-1-39 0,8 9 3068,6 27 5965,8 11-3916,-14 12-4919,1 0-1,0 0 0,-1 1 1,1-1-1,0 1 0,0 0 0,-1 0 1,1 0-1,0 0 0,0 1 0,3 0 1,6 3-813,0-1 0,-1 1 0,15 7 0,5 6 1823,33 23-1812,-2 4 1,58 51 0,-5-3-5461,96 81-2881,-121-88 8389,102 122 0,-155-158 569,-27-32 0,1-2 0,1 0 0,0 0 0,28 23 0,-36-34 447,1 1 1,-1-1-1,0 1 1,8 9-1,-13-14-443,0 0-1,0 0 1,0 0 0,-1 0-1,1 0 1,0 0 0,0 0-1,0 0 1,0 0-1,0 0 1,0 0 0,-1 0-1,1 0 1,0 0 0,0 0-1,0 0 1,0 0 0,0 0-1,0 0 1,0 0 0,-1 1-1,1-1 1,0 0-1,0 0 1,0 0 0,0 0-1,0 0 1,0 0 0,0 0-1,0 0 1,0 0 0,0 1-1,0-1 1,0 0 0,0 0-1,0 0 1,-1 0-1,1 0 1,0 0 0,0 1-1,0-1 1,0 0 0,0 0-1,0 0 1,0 0 0,0 0-1,1 0 1,-1 0-1,0 1 1,0-1 0,0 0-1,0 0 1,0 0 0,0 0-1,0 0 1,0 0 0,0 0-1,0 1 1,0-1 0,0 0-1,0 0 1,0 0-1,1 0 1,-1 0 0,-18-6 442,-25-15-505,-124-79-1472,-194-154 0,-133-150 1732,342 282-201,150 120 0,0 0 0,0 1 0,-1-1 0,1 1 0,0 0 0,-1 0 0,1 0 0,-1 0 0,1 0 0,-6-1 0,8 2 0,-1 0 0,1 0 0,-1 0 0,1 0 0,0 1 0,-1-1 0,1 0 0,0 0 0,-1 0 0,1 0 0,-1 0 0,1 1 0,0-1 0,-1 0 0,1 0 0,0 1 0,0-1 0,-1 0 0,1 1 0,0-1 0,0 0 0,-1 1 0,1-1 0,0 0 0,0 1 0,0-1 0,-1 1 0,1 20 0,4-4 0,1-1 0,0 0 0,1 0 0,1-1 0,8 16 0,50 77 0,-48-83 0,443 600 0,-216-330 2861,-45-58-5035,-56-69 5552,-9 8 10211,-88-116-13204,-36-50-414,-32-42 41,-187-313-51,140 222-482,-310-604-13486,234 407 11561,82 187 1380,0 3 3011,60 122-345,1 1-1,0 0 1,0-1 0,-2-13-1,4 21-1447,0-1-1,0 0 1,0 0 0,0 1-1,0-1 1,0 0-1,0 1 1,0-1 0,0 0-1,0 0 1,1 1 0,-1-1-1,0 0 1,0 1 0,1-1-1,-1 0 1,0 1-1,1-1 1,-1 0 0,1 1-1,-1-1 1,1 1 0,0-1-1,0 1-78,0-1 0,0 1-1,0 0 1,1 1-1,-1-1 1,0 0 0,0 0-1,0 0 1,0 1 0,0-1-1,0 1 1,1-1 0,-1 1-1,0-1 1,0 1-1,0-1 1,-1 1 0,1 0-1,0 0 1,1 1 0,142 124 704,-59-48-1059,325 321-103,-356-337 2717,85 115-5038,-87-94 4996,-15-15-1818,53 131 1,-58-123-473,-20-50 0,-1 1 0,13 50 0,-11-32 0,-9-33 0,-1 1 0,0-1 0,-1 1 0,2 18 0,-4-31 0,0 1 0,0-1 0,0 0 0,0 1 0,1-1 0,-1 0 0,0 0 0,0 1 0,0-1 0,0 0 0,-1 1 0,1-1 0,0 0 0,0 1 0,0-1 0,0 0 0,0 0 0,0 1 0,0-1 0,0 0 0,-1 0 0,1 1 0,0-1 0,0 0 0,0 0 0,-1 1 0,1-1 0,0 0 0,0 0 0,-1 0 0,1 0 0,0 1 0,0-1 0,-1 0 0,1 0 0,-1 0 0,-9-6 0,-8-18 0,-14-43 0,4-1 0,-32-117 0,21 61 0,4 12-1396,-36-203 1,59 222-3799,5 1-4843,8 196 10037,-1-33 0,14 105 0,25 162 495,-33-276 1753,-3 30 7527,-1-27-4445,0-22-5156,4-16-174,0 2 0,-8-26 0,-6-15 0,-27-61 28,22 44-322,-27-43 0,-5 7-1858,-27-31-5421,-1 0 745,27 30 6121,7 17-121,30 39 2669,-1 1 1,-1 0-1,0 1 1,0 0-1,-15-8 1,-14-2-378,39 17-1208,-1 0-1,0 1 0,1-1 1,-1 1-1,1 0 1,-1-1-1,0 1 0,1 0 1,-1 0-1,1 0 0,-1 0 1,0 0-1,1 0 0,-1 1 1,1-1-1,-1 0 0,0 1 1,1-1-1,-1 1 1,1 0-1,-2 0 0,1 1-167,0 0-1,0-1 0,1 1 0,-1 0 0,1 0 0,-1 0 1,1 0-1,0 0 0,0 0 0,-1 0 0,2 1 1,-3 3-1,0 7-351,1 0 0,0 1 1,0-1-1,1 16 0,1-24 406,2 213-1874,0-77 4024,1-96-4457,13 15 3732,8-4-2911,-4-18-5996,-10-19 980,31 76 3804,-34-75 2581,0 0 0,2 0 0,0-1 0,2 0 0,0 0 1,20 24-1,65 50-25,-14-16 0,-62-57 0,1-1 0,0-1 0,2-1 0,29 17 0,-40-26 0,0 1 0,-1 0 0,15 16 0,11 8 0,61 55 0,-27-23 0,-57-52 0,-1 1 0,-1 1 0,0 0 0,12 21 0,25 30 0,-25-35 4279,-2 2 0,30 55-1,1 1 908,-38-64-5186,13 17 0,-28-42 0,0 0 0,0-1 1,0 1-1,0 0 0,0 0 1,0-1-1,0 1 0,0 0 1,0 0-1,0 0 1,0-1-1,1 1 0,-1 0 1,0 0-1,0 0 0,0-1 1,0 1-1,0 0 0,1 0 1,-1 0-1,0 0 0,0-1 1,0 1-1,0 0 0,1 0 1,-1 0-1,0 0 1,0 0-1,1 0 0,-1 0 1,0 0-1,0 0 0,0 0 1,1 0-1,-1-1 0,0 1 1,0 0-1,1 0 0,-1 1 1,0-1-1,0 0 1,0 0-1,1 0 0,-1 0 1,0 0-1,0 0 0,1 0 1,-1 0-1,0 0 0,0 0 1,0 1-1,1-1 0,-1 0 1,0 0-1,0 0 1,0 0-1,0 1 0,0-1 1,1 0-1,-1 0 0,0 0 1,0 0-1,0 1 0,0-1 1,-2-20-584,-5-1-401,-17-35 0,-38-53-7398,10 21 2291,-120-178 5143,121 195 875,14 15 73,-34-45 0,61 89 735,-1 0 1,-1 1-1,1 0 1,-2 0-1,0 1 1,0 1-1,-15-8 1,16 11-1269,0 1 1,0 1-1,0-1 1,-1 2-1,1 0 1,-1 1-1,0 0 1,0 0 0,-14 2-1,-32 0 469,-1 3 4952,-61 0 7591,42-7-12319,71 3-177,-1-1 0,1-1 0,0 1 1,-1-1-1,1 0 0,1-1 1,-1 0-1,0 0 0,1-1 1,0 0-1,-8-7 0,-10-9-3391,-32-39 0,50 53 2072,-7-9-1603,1 0 1,-13-24-1,-36-77 2379,38 67 267,8 14 293,2-1 0,-14-60 0,-10-27 0,7 39 0,-34-159 0,57 213-127,-23-58 0,20 63 1213,2-2 0,-11-65 11492,21 93-12506,-1 0 0,0 0 0,0 0 0,0 0 0,1 0 0,-1 0 0,0-1 1,0 1-1,0 0 0,1 0 0,-1 0 0,0 0 0,0 0 0,1 0 0,-1 0 0,0 0 0,0 0 1,1 0-1,-1 0 0,0 0 0,0 0 0,1 0 0,-1 0 0,0 0 0,0 0 0,1 0 0,-1 1 1,0-1-1,0 0 0,1 0 0,-1 0 0,0 0 0,0 0 0,0 1 0,0-1 0,1 0 1,-1 0-1,0 0 0,0 1 0,0-1 0,0 0 0,0 0 0,1 1 0,27 37-897,-25-33 1444,169 268-15875,-104-152 13050,-27-53 2206,3-2 0,54 63 0,-62-83 0,0-1 99,1-1 0,3-2 0,1-2 0,62 47 0,-65-63 11893,3-6-6217,-20-11-5805,0-1 0,0-1 0,0-1 0,1-1 0,-1-1 0,1 0 0,40-4 0,-52 1 30,-1 0 0,1-1 0,0 0 0,-1 0 0,1-1 0,-1 0 0,0-1 0,0 0 0,13-8 0,-18 8 0,0 1 0,1 0 0,-1-1 0,-1 0 0,1 0 0,0 0 0,-1 0 0,0-1 0,0 1 0,0-1 0,-1 0 0,0 0 0,0 0 0,0 0 0,0 0 0,-1 0 0,0 0 0,2-11 0,0-46 0,-2 0 0,-14-110 0,6 130-1103,-2 1 1,-2 0-1,-22-57 1,-63-109-3308,-78-85-2841,98 171 5300,71 112 1964,-1 0 1,0 1-1,0 0 1,-1 1 0,0 0-1,-12-10 1,-12-3 9334,14 12-7459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1:28.12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354 0 8192,'73'70'15758,"-16"-19"-12179,0-2-3659,42 39-2514,-34-27 3953,49 50-1359,308 286 0,-364-347 0,-57-50 0,-1 0 0,1 1 0,-1-1 0,1 1 0,-1-1 0,1 1 0,-1-1 0,0 1 0,1-1 0,-1 1 0,0-1 0,0 1 0,1-1 0,-1 1 0,0 0 0,0-1 0,0 1 0,0-1 0,0 1 0,0 0 0,0 0 0,-8 3 0,-22-6 0,-37-20 4,1-2 1,-88-45 0,28 11-515,39 16-1622,-39-27 4745,34 18-5074,60 31-469,1 0 1,2-3 0,0 0-1,-27-29 1,-12-10 4826,36 36-4382,0 0 3290,-3-2 3659,-47-46 0,61 53 1355,-4 1-3420,6 6-3338,-39-22-1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1:34.99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243 643 8192,'-5'-16'17167,"-1"5"-14776,-5-5-3713,-4-7 1108,-10-32 496,-57-116-20055,63 135 19859,-11-16 13059,23 35-7919,-4-16-3102,6 9-8591,2 0 0,-2-31-1,3 17 6758,-8-13 2506,3 30-2236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1:37.2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1 209 8192,'5'-7'15828,"7"9"-12038,16 9-6827,-23-8 4478,36 17-1441,55 36 0,-30-16 0,-19-14 0,94 59 0,-112-67 0,0-2 0,46 19 0,-26-13 0,-33-14 0,-7-3 0,1 0 0,1-1 0,-1 0 0,0 0 0,1-1 0,14 2 0,-24-5 0,0 0 0,0 1 0,0-1 0,-1 0 0,1 0 0,0 0 0,0 0 0,0-1 0,0 1 0,0 0 0,-1 0 0,1 0 0,0-1 0,0 1 0,0 0 0,-1-1 0,1 1 0,1-1 0,-2 1 0,0-1 0,0 1 0,0-1 0,0 1 0,0 0 0,0-1 0,0 1 0,0-1 0,0 1 0,0 0 0,0-1 0,0 1 0,0 0 0,0-1 0,0 1 0,0-1 0,0 1 0,-1 0 0,1-1 0,0 1 0,0 0 0,0-1 0,-1 1 0,1 0 0,0-1 0,-1 1 0,-25-25 0,20 19 0,-53-73 0,47 67 0,0 0 0,-1 0 0,-1 1 0,-16-10 0,17 11-254,0 0 0,1 0 1,0-1-1,1-1 0,1 0 1,-11-14-1,-22-25 1406,10 17-4549,-10-11-3619,13 17 5462,3 6 4816,-1 3 6067,-5-5-16584,2-1 7418,-6-6 6929,19 18-7092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1:42.07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3747 1873 19932,'-3746'-1873'0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1:54.93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7173 15403,'2728'-7172'0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1:59.42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1111 95 22652,'-1111'-95'0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2:09.85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7 16962,'2381'509'0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0:08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1657 196 8192,'-59'-27'12189,"0"4"-6660,-13-1-3620,-37-8-3855,-30-10 2287,98 30-405,0 2 1,-1 1 0,-1 2 0,-50-2 0,5 8-4381,-1 6-6266,56-1 10391,0 1 0,0 2 0,0 1 0,1 1 0,0 2 0,0 1 0,-49 27 0,49-21 319,-14 5 0,1 3 0,2 1 0,-47 40 0,39-26 64,27-22 3527,0 0-1,-29 33 0,46-43-2569,0 0-1,1 0 1,0 1 0,0 0 0,-4 11-1,6-12-754,1 1-1,0 0 1,-3 16 0,-1 54 287,9 44-10039,-1-60 6427,6 64 2949,0-64-2031,4 0 1,27 95 0,-5-59 2641,-10-37-501,37 87 0,-51-132 0,1-1 0,1 0 0,0 0 0,1-1 0,1-1 0,16 16 0,-12-16 0,0-1 0,2-1 0,-1-1 0,2 0 0,-1-2 0,1 0 0,1-1 0,29 8 0,21 2 0,87 13 0,-104-23 0,37 7 0,1-5 0,0-4 0,153-7 0,-231-2 0,0 0 0,-1-1 0,1 0 0,-1-1 0,0-1 0,0 0 0,0-1 0,-1 0 0,0-1 0,0-1 0,0 0 0,-1 0 0,13-13 0,11-14 0,-1-2 0,40-57 0,-17 20 0,-26 37 0,-3-1 0,-1-2 0,28-54 0,-43 69 0,-1 0 0,-1-1 0,-1-1 0,-2 1 0,0-1 0,-2-1 0,2-28 0,-4-5-518,-3-116 18033,-5 104-16490,2 58-1025,0 1 0,-2 0 0,1 0 0,-2 0 0,0 1 0,0 0 0,-11-16 0,3 3 0,3 8 0,-1 1 0,-26-31 0,-3-2 0,33 40 0,0 1 0,-1 0 0,0 0 0,0 1 0,-1 0 0,-12-8 0,4 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0:10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8192,'101'97'12637,"2"-3"-7802,23 16-5013,66 52-6800,49 44-884,-120-101 6265,280 239 740,-149-136 857,-35-8-137,-155-138 2437,2-1 3462,-45-44-6062,47 47 9588,-45-34-8179,-10-10-1109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0:11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1657 8192,'89'-157'14681,"14"10"-9838,124-132-9292,-81 105-449,46-81-2405,-34 41 4429,-106 143 4097,21-40-3717,-36 53 2742,2 0 3362,15-15 9477,-28 33-10739,-19 21-2348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05:10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1212 1561 8192,'-39'6'13473,"4"11"-8234,18-6-5525,-30 27-1,33-26 248,0-1 0,-28 18 0,32-24 270,0 0-1,0-1 1,-1-1 0,1 1 0,-16 1 0,11-3-1259,0 0 1,-1-2-1,1 0 1,0 0-1,-29-6 0,14 0-334,-59-21 0,13-2 8867,3-7-7505,48 23 0,-42-17 0,54 25 74,-1-1 0,1 0 1,-19-13-1,15 7-1586,1 0 0,1-1 0,0 0 0,-13-17 0,2-1-2886,-22-35 1,3-2 2499,31 46 2595,-28-47 1489,-40-95-5135,76 151 2949,2 0 0,0 0 0,0 0 0,1-1 0,1 1 0,-2-23 0,6-87 0,0 62 0,-1 28 0,-1-13 0,9-64 0,-7 94 0,2 0 0,0 1 0,0-1 0,2 1 0,0 0 0,0 0 0,16-24 0,12-8 0,2 1 0,71-68 0,-95 103 0,1 1 0,1 0 0,0 0 0,0 2 0,15-8 0,20-11 0,-17 7 0,53-25 0,-70 38 0,0 2 0,1 0 0,-1 1 0,1 0 0,0 1 0,22-1 0,23 3 0,1 3 0,-1 3 0,66 12 0,-78-10 0,-33-5 0,1 0 0,0 1 0,-1 0 0,0 1 0,0 1 0,0 1 0,-1 0 0,24 13 0,-2 8 1563,-11-6 3030,-1 0 0,22 27 0,-10-6-1913,-23-22-1750,22 38 1,4 26-2759,22 96-7448,-25-67 3500,-23-70 16100,-3 1-5368,-6-16-5000,-1 0 1,-1 1-1,-1 0 1,-2-1-1,-4 39 1,4-64 8,-1 0 1,1 0-1,-1 0 0,0 0 1,0 0-1,0 0 1,0-1-1,0 1 1,-1 0-1,1-1 0,-1 1 1,1-1-1,-1 1 1,0-1-1,0 0 1,0 0-1,-5 4 1,2-3 174,1-1 1,0 0 0,-1 0-1,0 0 1,1 0 0,-1-1 0,0 1-1,0-1 1,0-1 0,-5 1 0,-3 0-682,0-1 1,0-1 0,0 0-1,-15-3 1,-16-8-8243,37 10 8199,1 0 0,0-1 0,0 0 0,0 0 0,0 0 0,1-1 0,-1 0-1,1 0 1,0-1 0,0 1 0,0-1 0,-4-7 0,5 7 588,0 0 0,1-1 0,0 1 0,0-1 0,1 0 0,-1 0 0,1 0 0,1 0 0,-1-1 1,1 1-1,0 0 0,0-1 0,1 1 0,0 0 0,0-1 0,0 1 0,1-1 0,0 1 0,0 0 0,1-1 0,0 1 0,0 0 0,0 0 0,1 0 0,0 0 0,0 1 0,0-1 1,1 1-1,0 0 0,0 0 0,7-7 0,0 2-4,0 0 0,0 2 0,1-1 0,0 2 0,1-1 0,-1 2 0,1 0 0,0 0 0,1 1 0,0 1 0,-1 0 0,1 1 0,1 0 0,26-1 0,-29 4 0,1 1 0,-1-1 0,0 2 0,1 0 0,-1 0 0,0 1 0,0 1 0,0 0 0,-1 0 0,1 2 0,-1-1 0,0 1 0,-1 1 0,1 0 0,-1 0 0,-1 1 0,14 14 0,0 2 0,15 15 0,-2 1 0,35 53 0,-62-76 0,0-1 0,-2 1 0,0 1 0,7 26 0,4 11 0,6 10 0,17 48 0,5-3 0,80 142 0,-66-157-808,92 119 9672,-94-140-12046,10 19-2036,-45-58 5332,2-2 1,47 50 0,6-16 2149,-33-34-3019,1-2 0,66 33 1,30 23 754,-4-1 0,-121-78 0,1 0 0,0 0 0,0-2 0,1 0 0,-1-2 0,29 5 0,44-4 0,124-7 0,-70-2 0,-45 6 0,-43 0 0,-1-2 0,68-10 0,-96 4 0,51-17 0,14-4 0,-71 20 0,0-1 0,-1-1 0,0-1 0,0-1 0,-2 0 0,23-18 0,-18 14 0,7-6 0,2 2 0,0 2 0,65-25 0,-44 20 0,-1-2 0,-2-2 0,0-2 0,-2-3 0,71-56 0,20-14 0,4 7 0,266-129 0,-219 138 0,91-49 0,-227 103 0,1 2 0,1 2 0,79-24 0,-86 35-225,2-1 405,0 3 0,0 1 0,70-6 0,106 13 14630,-132 12-12093,-62-2-2717,-1 2 0,1 1 0,-2 1 0,1 2 0,58 27 0,-70-26 0,-2 0 0,1 2 0,-2 1 0,19 16 0,64 70 0,-67-66 0,47 55 0,-48-50 0,2-2 0,47 39 0,-55-53 0,-2 0 0,-1 2 0,0 0 0,19 31 0,71 121 0,-95-144-1098,-1 0 1464,2 0 0,43 53 0,-42-57-2428,-1 0 1,-2 1 0,28 62 0,-29-58 1466,18 41-233,-11-21 1449,32 50-1,-17-52 7617,30 17-8405,-29-30 526,36 40-6143,11 11-5202,-27-32 9737,-30-29 10501,19 16-1616,0-4-6062,-33-29-1660,1 0-1,-1-2 1,2 0-1,29 12 1,-26-14 87,-6-1 0,1-1 0,0-1 0,0-1 0,31 6 0,48 5-1431,-65-8 1908,0-2 0,34 1 0,-53-6-391,0 1 1,0 1 0,0 0 0,12 4-1,4 3-4082,39 20-1,22 7-5427,19 2 8332,-55-18 1110,1-3 0,60 13 0,-69-20 2492,19 9-3826,23 7 2225,-25-17 9984,9-9-5784,-56 0-5118,-1-2 1,1 0 0,-1 0-1,1-1 1,-1-1 0,0 0-1,0-1 1,0 0 0,20-13 0,-28 15 91,68-43-1193,-56 33-1190,0 1 1,16-19-1,0 2-594,1 1 0,1 2-1,54-31 1,-43 28 4375,-36 22-1481,-1-1 0,0 1 0,-1-2 0,1 1 0,-2-1 0,1 0 0,-1-1 0,-1 0 0,9-17 0,-1-1 0,-2 0 0,12-42 0,-10 19 0,-3-2 0,-2 1 0,4-72 0,-10-161 0,-4 175 0,0 91 0,-1 0 0,0-1 0,-2 1 0,0 0 0,-11-30 0,-44-89 0,55 130 0,-1-1 0,0 0 0,0 0 0,-1 1 0,0 0 0,0 0 0,-1 1 0,0-1 0,0 2 0,0-1 0,-1 1 0,-1 0 0,1 0 0,-1 1 0,1 0 0,-15-5 0,-89-48 0,-98-44 0,180 91 0,1 1 0,-1 2 0,0 0 0,-1 2 0,-51-3 0,30 9 0,-1 3 0,0 2 0,-69 15 0,59-6-137,36-7 369,1-1 0,-47 4 0,62-9-48,-1 0 1,1 1-1,0 1 0,0-1 1,-10 6-1,5-2 1181,0 1 0,1 1 0,0 1 1,0 0-1,-13 12 0,-1 3 2735,-34 37 1,8-1-2978,35-38-2281,-23 28-1090,-17 31 4431,52-66-2248,0 0 0,1 1-1,0 0 1,1 0 0,1 1-1,1-1 1,0 1-1,-2 30 1,2 14-552,6 69 0,-1-57-1766,-1 46-5699,-1 21 1418,4-48 7658,2-61 7366,5-3-4297,-5-18-4303,0 0 1,0-1 0,11 14-1,4 1-3624,1-2 0,24 21-1,-30-29 3993,1-1-128,33 22 0,-31-24 0,31 27 0,153 147 0,-163-149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28:06.645"/>
    </inkml:context>
    <inkml:brush xml:id="br0">
      <inkml:brushProperty name="width" value="0.1" units="cm"/>
      <inkml:brushProperty name="height" value="0.1" units="cm"/>
      <inkml:brushProperty name="color" value="#1700E8"/>
    </inkml:brush>
  </inkml:definitions>
  <inkml:trace contextRef="#ctx0" brushRef="#br0">0 0 8192,'69'2'12901,"-1"2"-7495,15 6-5549,149 37 1,-188-34 142,0 3 0,-1 1 0,-1 3 0,-1 1 0,-1 2 0,-1 1 0,-1 3 0,58 51 0,-52-40 0,-10-11 0,-2 2 0,-1 1 0,29 35 0,120 196-496,-166-233 480,-1 0-1,12 41 1,-9-24-2236,5 21-4432,24 131 0,-25-81 4513,-17-98 2485,3 29-2550,-1 1 3348,-2 9 8357,-8 110 0,2-148-9435,-1 0 0,-1-1 0,0 1 1,-2-1-1,-10 21 0,-9 25-31,13-25-3,4-8 0,-2-1 0,-1 0 0,-2-1 0,-17 30 0,15-33 0,1 0 0,-13 33 0,-13 26 0,29-65-961,1-3 1174,2 0 1,-9 21-1,11-23-155,0 0 1,-1-1 0,0 1 0,-1-2-1,-13 16 1,-59 59-116,64-71 83,2-3-26,0-1 0,0-1 0,-1-1 0,0 0 0,-1-1 0,-1 0 0,1-2 0,-1 0 0,-22 6 0,17-7 0,0-2 0,-1 0 0,1-1 0,-1-1 0,1-2 0,-1 0 0,-28-3 0,46 1 0,0 1 0,0-1 0,0-1 0,0 1 0,1-1 0,-1 0 0,0 0 0,1 0 0,0-1 0,-1 0 0,1 0 0,0 0 0,1-1 0,-1 0 0,0 0 0,1 0 0,0 0 0,0-1 0,0 1 0,1-1 0,-4-6 0,2-1 0,0 1 0,0-2 0,1 1 0,1 0 0,0-1 0,1 0 0,0 0 0,0-22 0,1 6 0,1 1 0,6-46 0,-5 65 0,1 0 0,0 0 0,0 0 0,1 1 0,0-1 0,1 1 0,0-1 0,0 1 0,1 1 0,0-1 0,0 0 0,8-7 0,107-95-1054,-35 41-5818,-64 54 3712,2 0 0,32-15 0,27-17 2544,-80 46 1198,26-19 8192,2 1-3564,32-15-2184,-53 30-3064,1 0 1,0 0-1,0 1 1,0 1-1,0-1 1,0 2-1,1-1 1,-1 1-1,0 1 0,1 0 1,14 2-1,-9 0-2172,0 2-1,-1 0 1,20 8-1,-20-6 2108,-1 1 1,0 1-1,-1 0 1,0 1-1,0 0 0,-1 1 1,0 0-1,0 1 0,-1 1 1,12 16-1,25 36-6131,16 35 7774,-18-22 11109,3-3-9201,26 44-6796,-48-80-6085,5-6 4548,-19-21 4803,0-1-1,1-1 1,1 0-1,-1-1 1,2 0-1,-1-1 1,1-1-1,0-1 1,0 0-1,25 4 1,15 3 943,-32-7-1315,0 0 0,0-1 0,41 0 0,-57-4 863,1-1 1,-1 0-1,0 0 1,1-1-1,13-5 1,-15 4 651,0-1 0,0 1 1,0-1-1,-1 0 1,1-1-1,-1 0 0,7-6 1,35-35-668,47-48-12193,-58 51 13211,-23 26-1412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38:30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4249 0 8192,'-3'32'14113,"-4"0"-9168,-4 0-6155,-16 31 0,18-43 2594,-37 68-1384,-3-2 0,-78 103 0,114-171 0,-27 36 0,-93 95 0,-63 33 0,139-134 0,-108 69 0,-72 23 0,92-57 0,26-15 0,-4-4 0,-171 62 0,224-101 0,-681 213 0,606-200-2406,-190 63-12205,216-62 14615,30-7-173,2 4 1,2 4 0,1 3 0,2 4 0,-89 67 0,142-92 168,0 0 0,1 2 0,2 1 0,0 1 0,2 2 0,1 0 0,1 1 0,2 1 0,-18 35 0,9 0 0,4 1 0,2 1 0,3 0 0,3 2 0,-15 129 0,13 354 0,20-501-63,2 1 1,2-2 0,3 1-1,1-1 1,23 69-1,-22-91 245,2-1 0,0-1 1,2 0-1,0 0 0,30 38 0,-28-45 528,1-1 1,0 0-1,2-1 0,23 17 1,-26-24 749,0-1-1,0 0 1,1-1 0,0 0 0,1-2 0,0 0 0,31 6 0,-1-4-424,84 3 1,-97-10-1037,-1-1 0,1-1 0,0-2 0,-1-2 0,0-1 0,0-1 0,-1-3 0,38-14 0,-45 13 0,0-1 0,-1-1 0,0-2 0,-1 0 0,-1-2 0,-1 0 0,0-2 0,-1 0 0,-1-1 0,35-46 0,-46 53 0,0-1 0,0 0 0,-1-1 0,-1 0 0,0 0 0,-1 0 0,-1-1 0,0 0 0,-1 0 0,-1 0 0,-1 0 0,0-1 0,-1 1 0,-1-1 0,0 0 0,-1 1 0,-1 0 0,-1-1 0,0 1 0,-7-21 0,7 31 0,0 0 0,0 0 0,0 0 0,-1 0 0,0 0 0,0 1 0,0 0 0,-1 0 0,0 0 0,0 0 0,0 1 0,0-1 0,-1 2 0,0-1 0,1 0 0,-2 1 0,1 0 0,0 1 0,0-1 0,-10-1 0,-2 0 0,0 0 0,0 2 0,0 0 0,0 1 0,0 1 0,-28 4 0,31-2-46,0 1 0,1 1 0,-1 0 0,1 1 0,0 1 0,1 0 1,-1 1-1,1 0 0,1 1 0,-1 0 0,1 1 0,-19 19 0,16-14 58,1 2-1,0-1 0,2 2 0,0 0 1,0 0-1,2 1 0,0 1 0,-12 31 0,6-1-2008,2 2 0,2-1 0,2 2 0,-4 67 0,10 25 556,4-59-4624,0 5 6536,4 0 4386,-1-62-2325,0 0-1,2 0 1,1-1 0,13 36 0,-14-52-2532,0-1 0,0 0 0,1 0 0,0-1 0,1 0 0,0 0 0,1 0 0,-1-1 0,2 0 0,-1-1 0,1 0 0,0 0 0,13 7 0,-9-7 0,0 0 0,1 0 0,0-2 0,0 1 0,1-2 0,0 0 0,-1-1 0,1 0 0,21 0 0,180-3 0,-83-2 0,-103 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44:53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2357 0 8192,'-5'147'11264,"-9"-1"-5628,-41 139-2860,11-129-4841,-101 240 0,133-368 1159,-2 0-1,0-1 1,-2-1 0,-1 0-1,0-1 1,-41 43 0,-39 22-1143,-4-4 0,-113 74-1,104-80 1792,47-36-787,-133 68-1,-80 11 3137,219-102-2851,-1-2-1,-1-3 1,-89 13-1,40-16 884,-116-2 0,161-14-1955,50 1 3304,-1-1 0,1 0 0,0 0 0,0-2 0,-16-7 0,23 10-738,1-1 0,0 0 1,0 0-1,0-1 0,0 0 0,1 1 1,-1-2-1,1 1 0,0 0 0,0-1 1,0 0-1,1 0 0,-4-6 0,5 6-666,0 0-1,0 0 1,1 0-1,0 0 1,0 0-1,0 0 1,0-1-1,1 1 1,0 0-1,1-9 1,1 2-68,1-1 0,0 1 0,1 0 0,0 0 0,1 1 0,0-1 0,1 1 0,0 0 0,1 1 0,0-1 0,1 1 0,0 1 0,0-1 0,19-14 0,0 1 0,1 2 0,2 1 0,-1 1 0,37-16 0,201-87-1042,-219 104 386,72-15 1,-84 26 1584,44-3-1,-71 10-860,0-1-1,0 1 0,0 1 1,0 0-1,0 0 0,0 1 1,15 4-1,-18-3-70,-1-1 0,0 1 0,0-1 0,0 2 0,0-1-1,0 0 1,-1 1 0,1 0 0,-1 0 0,0 0 0,0 1 0,-1-1 0,4 6 0,11 18 3,-1 0 0,-1 1 0,21 56 0,-24-44-2034,-1 1 0,-2 0 0,-2 0 0,3 59 0,-9-30 1609,-2 74-5796,3 141 4750,2-208 1604,24 129-1,-17-147-132,-2-3 0,3 0 0,2-1 0,2 0 0,29 60 0,-18-60 476,64 93 0,-77-127-197,2-2-1,0 0 1,2-1 0,0-1-1,1-1 1,0-1 0,24 14-1,-26-19-336,0 0-1,0-2 0,1 0 0,1-2 0,-1 0 0,1-1 1,1 0-1,-1-2 0,1-1 0,-1 0 0,29-1 1,-39-2-183,179-6 401,-168 3-47,0 0-1,0-2 0,-1 0 0,0-1 1,1-1-1,35-18 0,5-11-2671,-3-5 3751,-8 1 5462,74-75-1,-57 42-4976,-36 34-1269,-1-2 0,41-77 0,-36 38-408,-26 62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51:28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352 2982 8192,'11'-1'12676,"2"-2"-7221,3-3-3993,7-3-3815,-2 0 3135,44-11 1294,4 8-7335,-58 11 3775,1 0 0,0 1 0,0 0 0,0 1 0,0 0 0,0 1 0,-1 1 1,1-1-1,16 8 0,-25-9 1484,9 3 0,0 2 0,0-1 0,0 1 0,0 1 0,-1 0 0,-1 1 0,1 0 0,17 17 0,-16-13 118,0-1 0,1-1 0,1 0 0,-1 0 0,2-2 0,-1 0 0,1 0 0,0-1 0,0-1 0,1-1 0,0 0 0,0-1 0,0-1 0,1 0 0,19 0 0,-30-2-154,0-1 0,0 0 0,0-1 0,0 0 0,0 1 0,-1-2 0,1 1 0,0-1 0,0 0-1,-1 0 1,1 0 0,-1-1 0,0 0 0,0 0 0,0-1 0,7-5 0,-5 3 987,-1-1 0,0 0 0,10-14 0,13-30 11992,-4 5-14555,17-16-7786,-33 51 7408,1 1 0,0 0 0,14-10 1,20-8 2936,-30 21-947,0 1 0,0 0 0,1 1 0,0 0 0,0 2 0,0 0 0,0 0 0,1 1 0,-1 1 0,21 1 0,6 0 0,2-1 0,45 5 0,-76-3 0,-1 1 0,0 1 0,0-1 0,0 2 0,0 0 0,0 0 0,-1 1 0,15 9 0,46 29 0,38 26 0,-92-58 0,0 0 0,1-1 0,0-1 0,0-1 0,1-1 0,0-1 0,0 0 0,39 5 0,-18-7 0,0-1 0,0-2 0,64-6 0,-96 4 0,-1-1 0,1 1 0,-1-2 0,1 1 0,-1-1 0,0 0 0,0-1 0,0 0 0,-1 0 0,1-1 0,-1 0 0,0 0 0,0-1 0,6-6 0,1-4 0,0-1 0,-1 0 0,-1-1 0,16-29 0,4-6-1313,-22 40 2610,0 0-1,0 1 1,21-18 0,-23 23-721,0 1 1,1 0 0,0 0-1,0 1 1,1 0 0,13-5-1,-13 7-1247,-1 0-1,0 1 1,1 0-1,13-1 1,61 0-3961,112 10 4711,-176-3-79,-1 0 0,1 1 0,-2 1 0,1 1 0,-1 1 0,0 0 0,19 12 0,44 19 0,-39-23 0,1-2 0,1-1 0,0-3 0,1-1 0,0-3 0,81 2 0,-100-8 0,0-1 0,0 0 0,46-11 0,-62 10 0,0-2 0,1 1 0,-2-1 0,1 0 0,0-1 0,-1-1 0,0 1 0,0-1 0,0-1 0,-1 1 0,15-17 0,16-19-2375,31-37 12846,-49 51-10621,-1-1-5320,-17 24 6477,1 0 0,0 0 0,0 1 0,0-1 1,1 1-1,-1 0 0,1 0 0,0 1 0,0-1 1,0 1-1,1 0 0,9-3 0,29-8 3074,2 6-5709,-17 4 1628,0 2 0,0 1 0,0 1 0,1 2 0,-1 0 0,-1 2 0,1 2 0,-1 0 0,0 2 0,0 1 0,-1 1 0,0 2 0,29 16 0,-32-12 69,-1 1 1,24 22 0,-28-22-822,1-1 1,0 0-1,29 15 1,-12-11 1230,-17-8-3933,1-1 1,0-1-1,34 11 1,-44-18 2980,0-1 1,0 0-1,13 0 1,36 1 472,0-3 0,89-10 0,-138 7 0,1 1 0,0-2 0,-1 1 0,1-2 0,-1 1 0,-1-1 0,1-1 0,-1 0 0,1-1 0,14-13 0,3-5 0,-2-2 0,26-32 0,-33 34 0,2 1 0,1 1 0,46-37 0,-59 55-5,-1 0 1,1 0-1,0 1 1,0 0-1,0 1 1,1 0-1,-1 0 1,1 1-1,0 0 1,-1 1-1,1 0 1,0 1-1,0 0 1,0 0-1,0 1 1,16 3-1,11 5 120,-1 2-1,0 1 0,37 18 1,4 1 1392,-28-17 8476,4-6-5118,-17-6-4437,0-2 1,50-5 0,-75 4-950,0-1 0,0-1 0,-1 0 1,1 0-1,0-1 0,-1 0 1,0-1-1,0 0 0,0-1 0,-1 0 1,1 0-1,-2-1 0,1-1 0,-1 1 1,0-1-1,10-12 0,5-12-1718,-2 0-1,-1-1 0,22-49 1,-29 57 2235,2-6-22,-1 0 0,-1-1 0,-2-1 1,-1 1-1,-2-2 0,-1 1 0,4-56 0,-2-19 26,6-260 0,-18 335 0,-1 0 0,-2 1 0,-2-1 0,0 1 0,-2 0 0,-2 1 0,-15-30 0,-2 3 0,-4 1 0,-61-84 0,51 85 0,-4 2 0,-1 2 0,-3 2 0,-2 3 0,-92-65 0,94 75 0,26 18 0,-1 1 0,-1 1 0,0 2 0,-35-15 0,-9 2 0,-129-44 0,166 62 0,0 2 0,-1 1 0,1 2 0,-37-1 0,45 5 0,0 1 0,1 1 0,-27 6 0,44-6 0,0 1 0,0 0 0,0 0 0,0 1 0,0 0 0,1 1 0,0-1 0,0 1 0,0 1 0,0 0 0,0-1 0,1 2 0,-9 8 0,1 4-2755,2 1 4787,8-12 190,0-1 1,-1 1-1,1-1 0,-1-1 0,0 1 1,0-1-1,-11 8 0,-16 1-1255,-41 0-1720,-2-4 1,1-4 0,-85-2 0,103-3-185,-483 0-12498,331-2 12794,172 0 641,0-2 0,1-1 0,-1-2 0,-53-16 0,18-1 0,-75-37 0,16 8-22,81 34 961,1-1 1,-83-48-1,89 39-3425,11 5 3569,-27-27 0,36 31-43,-35-25 0,42 34 1683,0 1 1,-1 0-1,-27-10 1,35 16-2473,-1 1 0,0-1 0,1 1 0,-1 1 1,0 0-1,0 0 0,0 0 0,0 1 0,-1 1 0,-13 2 0,16-2-262,1 1 0,0 0 0,0 0-1,1 1 1,-1-1 0,0 1 0,1 1 0,0-1-1,0 1 1,0 0 0,0 0 0,0 0-1,1 1 1,0-1 0,0 1 0,-5 7 0,-6 13 11,1 2 0,1-1 0,2 2 0,-17 54 0,-14 119 0,33-84 0,2-21 0,7-93 1,0 0 0,-1-1 0,1 1 0,-1 0 0,0 0 0,0-1 0,0 1 0,0-1 0,0 1 0,-1-1 0,1 1 0,-1-1 0,1 0 0,-1 1 0,0-1 0,0 0 0,0 0 0,0-1 0,0 1 0,-1 0 0,1-1 0,0 1 0,-1-1 0,1 0 0,-1 1 0,0-1 0,1-1 0,-1 1 0,0 0 0,0-1 0,1 1 0,-1-1 0,0 0 0,-4 0 0,-9-1-66,1 0 0,-1-1-1,0-1 1,-28-8 0,29 6-140,-53-13-1864,-85-33 4634,88 22-4578,46 19-2573,0 0 1,-33-27-1,-6-9 3709,-32-26 3384,29 24 9179,-35-41-9232,85 79-2454,-1 2 0,0-1 0,0 2 0,-1 0 0,0 0 0,0 1 0,-19-6 0,-14-3 0,19 6 0,0 1 0,0 1 0,0 1 0,-41-3 0,-159 7 47,178 3-3659,1 2-3821,-16 2 946,-85 16 5950,125-15 537,1 2 0,0 0 0,1 1 0,0 1 0,-28 18 0,11-7 0,1-1 0,-38 26 0,62-36 0,1 1 0,0 0 0,0 1 0,1 0 0,-17 23 0,7-5 675,3-5 365,-24 40 0,38-56-1248,1 1 0,0-1-1,0 1 1,1 0-1,0 0 1,1 0 0,0 1-1,-1 14 1,1 29 1111,7 67 0,-2-108-874,0 0 1,1 0-1,1 0 0,0 0 0,1-1 0,0 0 0,0 0 0,2-1 0,-1 1 1,2-2-1,-1 1 0,1-1 0,1 0 0,0-1 0,0 0 0,20 12 0,53 21-3324,-8-6 3409,-61-29-114,1-1 0,-1 0 0,2-1 0,-1 0 0,0-1 0,1-1 0,24 2 0,12-3 0,51-5 0,-26 1 0,-63 2 677,0-1 0,0 0 0,-1-1 1,1-1-1,-1 0 0,1-1 0,-1 0 0,0-1 1,0 0-1,-1-1 0,0-1 0,13-9 0,-14 8-1527,-1 0 0,0-1 0,0 0 0,11-16 0,13-16-1827,82-112 527,-98 126 2219,-1-1-1,-1-1 0,22-56 1,-23 42-69,56-176 0,-68 203 56,0 0 0,-1 0-1,-1 0 1,-1 0 0,0 0 0,-1 0 0,-1 0 0,0 0 0,-1 0 0,-1 1 0,-9-26 0,6 22 839,-1 1 0,-18-29 0,23 42-1045,0 0 1,-1 1 0,0-1-1,0 1 1,-7-6-1,5 5 1001,-1 0 0,0 1-1,-1-1 1,1 1-1,-15-5 1,-4 1 2924,0 1 0,-35-4 1,-2 0-4643,-5-3 633,34 8-3914,-1 2-1,0 2 1,-55 2-1,6 12 2955,28-1 1194,17-4 0,0 2 0,1 1 0,-51 22 0,18-4 0,47-19 0,0 1 0,0 0 0,1 2 0,-40 27 0,-2 9 61,40-31 81,0 1 0,2 1 0,0 1 0,1 1-1,1 1 1,-19 25 0,33-35 1405,0 1 1,1-1-1,-4 16 0,-8 15 6884,6-16-7565,2 0 0,-7 30 0,9-28-1271,-22 50 0,7-16-2695,-1 34-6512,13-43 5512,-4 0 3450,-1 4 650,2 0 0,3 1 0,3 1 0,2 0 0,2 89 0,6-51 0,-3 134 0,-18-97 3012,10-80 3147,3-25 226,-2-1-3940,4-10-2438,-1-1 0,-1 31 0,4 223-7,4-136 0,-2-123 0,1-1 0,0 0 0,1 0 0,1 0 0,0-1 0,6 18 0,35 62 0,-38-79 0,1-1 0,1-1 0,-1 1 0,1-1 0,15 12 0,7 11 0,50 48 0,-76-76 0,0-1 0,0 1 0,0-1 0,1 0 0,-1 0 0,1 0 0,0-1 0,0 1 0,0-1 0,0 0 0,1-1 0,0 0 0,-1 1 0,1-2 0,0 1 0,0-1 0,0 1 0,0-2 0,0 1 0,8-1 0,47 1 475,1-2-7267,-9-1-4913,-27 2 11705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23:02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1872 8192,'13'-1'12546,"1"-2"-7194,2-3-3933,8-4-3560,-3 0 2987,383-189-846,-295 141 0,531-334 0,-443 242 0,-158 116 0,-2-2 0,58-72 0,-85 93-112,0 1 1,-1-1-1,-1-1 0,0 0 1,-1 0-1,-1 0 1,7-26-1,-7 14 335,-2-1 0,-1 1 1,0-52-1,-3 20-3059,1 8 3725,-9-69 0,-7 49-3777,11 61 1814,-1 0 1,0 1 0,0-1-1,-1 1 1,-1 0-1,0 0 1,0 1-1,-1 0 1,0 0-1,-15-12 1,10 10-25,-1 0-1,-23-12 1,25 16 1355,-1 0-1,0 2 1,-15-5 0,-19-4-257,0 3 0,-1 2 0,0 2 0,0 2 0,-1 2 0,-78 5 0,117 0 0,-1 0 0,1 1 0,0 0 0,0 1 0,0 0 0,0 0 0,1 1 0,0 0 0,0 1 0,0 0 0,1 1 0,0-1 0,-14 16 0,-6 9 0,2 2 0,-27 42 0,38-54 0,-2 4 0,0 0 0,1 2 0,2 0 0,1 0 0,1 1 0,1 0 0,2 1 0,-11 53 0,12 0 0,3 1 0,8 94 0,0-48 0,-2-101 0,2 0 0,0 0 0,2 0 0,1-1 0,2 0 0,0 0 0,2 0 0,1-2 0,17 32 0,-11-27 0,1-1 0,2-1 0,0-1 0,2-1 0,1-1 0,1-1 0,35 28 0,-25-25 0,1-2 0,2-1 0,0-2 0,1-1 0,1-3 0,74 26 0,-58-29 0,2-3 0,-1-2 0,2-3 0,-1-2 0,1-3 0,-1-2 0,1-3 0,-1-2 0,0-2 0,0-4 0,-1-1 0,0-3 0,74-31 0,14-11 0,161-67 0,-226 87 0,133-85 0,6-29 0,188-120 0,-350 237 0,293-168 0,13 25 0,-140 93 0,4 9 0,3 10 0,455-67 0,-455 108 0,1 9 0,288 20 0,-104 39 0,-378-37 1010,0 2 0,0 2 1,-1 1-1,0 1 0,62 36 1,-45-18 2907,-2 3 1,85 74-1,-113-87-3880,-1 1-1,-1 1 0,-1 1 1,-1 1-1,15 27 1,66 142-74,-80-153 52,19 44-731,-4 2 0,32 130 0,-38-91 1540,16 157-1,-25-30-3230,-26 130 3109,-2-292-263,-4-1 0,-4 0-1,-4-1 1,-63 169 0,55-200-753,-2-2 1,-3-1 0,-66 84 0,73-103-915,-11 12-856,-3-1-1,-2-3 1,-2-2-1,-1-1 1,-92 60 0,-68 25-1261,-2-16 3642,133-71-298,-1-4 0,-2-3 0,-1-3 0,-161 35 0,68-36 0,-341 12 0,438-39 1310,-64-1 1495,45-4 3675,80 3-4255,0-1 0,-22-6 0,10 0-2037,1-2 0,0-1 0,-38-22 0,59 31-188,0-1 0,0 0 0,1 0 0,-1-1 0,0 1 0,1-1 0,0 0 0,0 0 0,0 0 0,1 0 0,-1 0 0,1-1 0,0 1 0,0-1 0,0 0 0,1 1 0,0-1 0,-1 0 0,2 0 0,-1 0 0,1 0 0,-1 0 0,2 0 0,-1 0 0,0 0 0,1 0 0,2-7 0,-1 0 0,1-1 0,1 1 0,0 0 0,1 0 0,0 0 0,1 1 0,0 0 0,1 0 0,12-16 0,-11 17 0,1 1 0,0 0 0,0 1 0,0-1 0,1 2 0,1 0 0,-1 0 0,1 0 0,0 2 0,1-1 0,-1 2 0,1-1 0,0 1 0,0 1 0,0 0 0,1 1 0,-1 1 0,0-1 0,20 2 0,-4 0 0,-8 0 0,0 0 0,0 2 0,26 4 0,-40-5 0,0 1 0,0 0 0,-1 0 0,1 0 0,-1 1 0,0-1 0,1 1 0,-1 1 0,-1-1 0,1 1 0,0 0 0,-1 0 0,0 0 0,0 0 0,6 9 0,34 59 3519,-7 3-5199,-21-38-1940,-2 1-1,-2 0 1,-2 1-1,11 71 1,-17-71 2740,-2 40 1,0-44 879,9 61 0,3 15 0,-12 436 0,-4-281 0,2-205 0,4 154 0,-1-170 0,3 0 0,19 78 0,-5-39-35,3 8 5181,-18-74-2304,2 0-1,0-1 1,10 19 0,-14-30-2389,2 3-332,0 0 1,0-1-1,0 1 0,1-1 0,1 0 0,-1-1 0,1 0 0,9 8 1,1-1-122,2-1 0,0 0 0,0-1 0,1-2 0,0 1 0,1-2 0,0-1 0,1-1 0,33 7 0,-34-10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23:06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2641 1263 8192,'-18'1'12214,"1"1"-6687,-3 2-3641,-10 3-3856,-7 2 2335,-82 9-365,-1-4 0,0-6 0,-197-13 0,277 3 0,-1-2 0,1-2 0,-1-1 0,2-2 0,-74-28 0,92 28 0,0-1 0,1-1 0,1 0 0,0-2 0,0 0 0,1-1 0,1-1 0,0 0 0,2-2 0,-1 0 0,2 0 0,-15-24 0,17 21 0,1-1 0,1 0 0,1-1 0,0 0 0,2 0 0,1 0 0,1-1 0,0 0 0,-2-44 0,7 47 0,0 1 0,1-1 0,1 1 0,1-1 0,1 1 0,0 0 0,2 0 0,0 0 0,1 1 0,0 0 0,2 0 0,14-21 0,-2 8-772,38-41 1,-22 34-2598,73-58 0,168-88-6063,-253 169 9403,1 1 1,0 1 0,1 2 0,1 1 0,-1 0 0,2 2 0,-1 2 0,1 0 0,0 2 0,44-1 0,-65 5-345,79 0 439,-59 1 2734,-1 1 0,46 9 0,-60-7-1684,0-1 0,0 2 0,-1 0 0,1 0 0,-1 1-1,0 0 1,14 11 0,-16-10-949,-1 1 0,0 1 0,0-1 0,0 2 0,8 12 0,7 12 548,-2 1 0,19 43 0,22 80-4874,24 177-9463,-40-132 11236,-36-155 2396,-2 0 0,5 83 1,-12 97 3022,-3-184-1742,1-18 1400,-2 1-1,-1 0 1,-2-1-1,-13 48 1,10-50-2620,-2 1 0,-21 38 1,11-22-72,14-28 0,0 0 0,-1 0 0,-17 22 0,-419 444-16169,330-373 15348,-18 19-211,67-58 1032,-88 97 0,105-114-80,-66 54 1,25-25 2714,72-66-2957,-1 0 1,0-1-1,-30 15 1,-3 3 11,-47 24 3217,54-34-5255,19-9 6219,-1-1-1,-29 6 1,-53 9 1831,42-11-6433,26-7 731,0-3 0,-1-1 0,1-2 0,-41-3 0,2 0 0,-35 3 122,-110-4-629,208 2 557,0-1 0,0 0 0,0-2 0,0 1 0,1-2 1,0 0-1,-16-8 0,21 9-51,0-2-1,0 1 1,1-1 0,0 0-1,0-1 1,0 0-1,1 0 1,0-1 0,1 0-1,0 0 1,-8-13 0,9 15 1,0-1 0,0 1 0,-1-1 0,0 2 0,0-1 0,0 1 0,-1-1 0,0 2 0,-14-9 0,0 0 0,6 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24:52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1084 1406 8192,'-78'0'13426,"-1"1"-8170,-255-3-5916,301 0 660,0-2 0,0-1 0,0-1 0,-33-12 0,49 12 0,0 0 0,1-2 0,0 1 0,0-2 0,1 0 0,0-1 0,0-1 0,1 0 0,-15-15 0,4 1 0,16 16 0,-1-1 0,1 1 0,0-2 0,1 1 0,0-1 0,-7-14 0,-9-21 1,13 26-188,1 1 0,-9-29 0,3-2-9585,1 0 4394,-1-20 2941,9 33 2479,1-1-1,0-55 1,5 50 723,0-47 9024,4 61-9435,4 3-3876,-3 15 2050,0 1 0,1 0 0,8-14-1,43-53 32,-49 68 1385,30-34 56,54-49 0,-81 83 0,15-12 0,0 1 0,2 2 0,0 0 0,1 2 0,47-19 0,-44 23 0,0 3 0,1 0 0,40-4 0,24-7 0,-67 13-6,1 1 1,-1 2 0,1 1-1,0 2 1,0 1-1,0 1 1,31 5 0,-38-2 844,0 1 1,42 15 0,-7 8 4461,-24-8-9189,60 48-1,-63-40 3889,-1 2 0,-1 1 0,-2 1 0,-1 2 0,-2 0 0,23 43 0,-30-41 0,-1 1 0,-2 1 0,-2 0 0,13 71 0,-21-92 2906,-2 0 0,0 0 0,-1 22 1,-1-24-1470,-2 0 0,0-1 0,-6 26-1,3-24-1168,0-1 0,-1-1 0,-11 20 0,6-16-1069,0-1 0,-20 23 0,6-11 3106,4-9-8886,-42 34 1,24-28 6044,18-11-1441,-9 10 11555,12-8-4211,5-7-5458,-19 17-9771,3 1 7011,19-18 4172,0 0-1,0 0 1,-1-1 0,0 0 0,-1-1 0,0-1 0,0 0 0,-1 0 0,-23 8 0,14-7-1321,-39 18 0,-4 1 0,40-18 0,1-1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29:45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1 533 8192,'15'-26'10723,"4"2"-5198,26-20-2151,57-28-6273,-81 58 4198,83-58-1299,-54 34 0,2 4 0,1 1 0,64-28 0,-63 38 0,108-42 0,-133 57 0,1 2 0,0 1 0,-1 1 0,1 2 0,0 0 0,1 3 0,48 5 0,-62-3 0,-1 1 0,1 0 0,-1 1 0,0 0 0,0 2 0,-1 0 0,0 1 0,0 0 0,-1 1 0,25 20 0,-5 1 0,-1 1 0,52 63 0,33 68 0,-86-117 0,-17-19-481,-1 0 1,-1 0 0,-1 2 0,12 43 0,-3-11 2385,-4-11-3653,-3 1 0,10 56 0,-5 35-10534,-10-45 12282,11 221 0,-19-226 1431,0 41 626,-5-45 5435,2-73-5909,0 0-1,-1 0 1,-8 24 0,6-23-1153,-2-1 0,1 0 0,-11 16 0,6-15-1376,1 0 0,-19 19 0,13-19-2725,-30 24 0,-88 53-4813,90-67 8423,0-1 0,-2-2-1,0-2 1,-1-2 0,-72 17 0,16-11 61,-219 44 0,272-61 0,-1-3 0,0-2 0,-70-6 0,109 3 173,1 0 1,-1-1-1,1 0 0,0-1 1,0 0-1,0-1 1,0-1-1,0 1 1,1-2-1,0 1 0,0-1 1,-9-8-1,-11-15-1932,26 23 2783,0 0 1,1 0 0,0-1-1,0 1 1,0-1-1,1 0 1,0 1 0,0-1-1,1 0 1,0 0-1,0 0 1,0-10-1,2-38 4081,2 4-5049,-2 41-1009,3-14 796,0 1 0,1 0 0,2 0 0,0 0 0,15-30 0,-5 18-3294,21-33-1,14-8 3580,38-32-4956,7 5-325,-32 38 4702,-60 60 578,27-26-127,0 2 0,61-42 0,-68 55 0,0 2 0,1 0 0,1 2 0,0 0 0,0 2 0,1 1 0,0 2 0,1 0 0,0 2 0,0 1 0,52 0 0,-43 4 576,-10-1-586,0 1-1,0 1 1,-1 1 0,1 2 0,-1 1 0,0 1 0,27 10 0,-29-5 3229,0 2 0,0 0 1,-2 2-1,39 30 0,9 19-1089,-6 5-7099,-43-42 608,-1 0 0,32 56 0,-3 18 3692,-27-53 1258,-10-20-621,-1 1 1,9 30 0,-2-6 5904,4-1-3735,4 12-3905,-8 1-3997,1 16 5462,4-1 0,38 91 0,-51-143 233,102 247 69,-103-255 0,26 38 0,5 8 0,-33-51 159,0-1 0,1-1 0,1 1 0,0-1 0,1-1 0,0 0 0,1 0 0,0-1 0,23 15 0,19 6 4443,5-6 4150,6 0-6329,15 5-3498,-62-25-327,0-1 1,1 0-1,0-1 1,35 2-1,18-1-5656,-1 3 4858,72 6 2174,173-12 26,-162-3 0,-101-2 1362,72-12-1,-42 3-3030,-55 8 1833,-1-2 0,35-12 0,-36 10 88,0 0 0,40-4-1,-26 6-3128,22-6 8888,-19 3-2051,-14 4-4820,34-7 2733,-1 0-1448,-18 8 5028,255 4-3717,-281 3-1736,0 0 0,1 1 0,-1 1 0,-1 1 0,1 0 0,-1 2 0,0 0 0,-1 0 0,1 2 0,-2 0 0,1 1 0,-2 0 0,17 17 0,-1 0-448,-1 1 1,-2 2-1,0 1 1,34 56-1,-46-59-648,-1 0 0,13 38 0,27 132-8956,-9 40 7436,-7-39 2788,-23-126-14,31 129-262,-3-70 2846,-8-38-2826,29 68-1359,-50-131 1265,2-2 1,1 0 0,23 30-1,31 33 1811,235 262-3825,-273-325 2192,2-1 0,0-2 0,2-1 0,1-2 0,1-1 0,0-3 0,57 22 0,-52-30-1468,2-5 3425,95-6 11325,-84-2-10575,67 1-1081,108-3-1708,-195-1 82,0-2 0,0-2 0,-1-1 0,-1-2 0,0-1 0,0-2 0,-1-1 0,33-21 0,67-32 0,86-64 0,-188 115-257,0 2 1,62-20 0,-41 16 1025,-12 6-1350,1 2 0,77-9 0,-44 8-2032,-20 5-6019,1 3 4208,114 4 4327,-73 2-416,-88-2 604,-1 1 1,1 0-1,-1 0 1,1 1 0,-1 0-1,0 0 1,0 1-1,0 0 1,0 1-1,11 6 1,-8-2 102,1 0 0,-1 0-1,0 2 1,-1-1 0,16 21 0,-7-5-25,-1 1-1,-1 1 1,-2 0-1,-1 1 1,11 30-1,2 15-1758,22 88-1,-32-44 1591,-5-30 0,3 11 0,16 70 0,18 4 0,2 7 0,-36-107 334,12 45-1111,-23-102 1725,1-1-1,1 0 0,1 0 0,-1-1 0,28 40 9145,-23-36-6113,-6-8-4036,0 0 0,1 0 0,0-1 0,1 0 0,13 12 0,0-2 57,1-2 0,1-1 0,0 0 0,2-2 0,-1-1 0,31 12 0,14 9 0,-58-27 0,1 0 0,-1-1 0,1 0 0,0 0 0,0-1 0,1-1 0,-1 0 0,19 2 0,-6-4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29:55.1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1887 8192,'35'6'14344,"-2"9"-9486,32 30-6690,-18-11 2484,274 141-652,-271-150 0,7 4 0,1-2 0,2-3 0,84 23 0,-92-39 0,0-2 0,0-3 0,96-6 0,-40 0 0,-101 3 0,20 1 0,1-2 0,-1-1 0,-1-1 0,39-9 0,-32 3 0,-3 1 0,0-1 0,-1-1 0,0-2 0,38-21 0,35-33-1074,-58 35-5746,66-59-1,-51 28 3716,-24 24 2950,-18 20 149,0 0 0,-1-1 0,-1 0 0,-1-2 0,0 0 0,-2 0 1,16-37-1,0-26 6,-4 0 0,-3-2 0,-4-1 0,6-91 0,-23 89-3268,-2 60 5768,-1 0 0,-13-49-1,10 57-310,-1 0-1,-1 0 0,-1 1 0,-13-23 0,13 29-1476,-1 0 1,0 0-1,-15-15 1,-31-41-713,40 48 0,-28-30 0,35 41 0,0 1 0,1-1 0,-11-18 0,13 19 0,0-1 0,-1 1 0,-1 1 0,0-1 0,-9-8 0,-90-85 0,62 58 0,-80-63 0,57 49 0,49 41 0,-1 1 0,-28-19 0,36 27 0,0-1 0,0 0 0,-15-17 0,-15-14 0,-1 7 0,25 21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29:57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1316 1310 8192,'-13'-1'13081,"-1"-3"-7721,-3-4-4296,-7-5-3645,5 3 3679,-45-26-1098,2-4 0,1-2 0,-65-59 0,-187-171-560,165 122-11354,56 43 6994,67 77 4292,-100-125 1069,84 103 4400,0 0 6653,33 41-11218,0-1 0,1 0 1,-7-16-1,9 18-253,0-1 1,0 1-1,-1 1 1,-1-1-1,-11-13 1,13 19-24,1-1 0,-1 0 0,1 0 0,1 0 0,-1-1 0,1 1 0,0-1 0,0 0 0,0 0 0,1 0 0,0 0 0,-1-8 0,-1-7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30:00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1157 1234 8192,'-6'-11'17868,"-1"4"-16445,-6-3-3536,2 2 2957,-434-397-1340,397 351-3135,18 19-492,-3 2-3285,-7-5 6269,-17-25 8672,8 9 709,26 28-7688,-20-32 0,-21-23-640,54 69 86,0-1 0,-10-18 0,-18-23 0,15 25 150,-8-16-10637,5 6 1936,-30-23 26324,-6 9-16658,50 40-1115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30:22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2924 2341 8192,'-3'-18'17914,"-1"8"-16320,-4-5-3760,0-2 2846,-65-157-680,-67-250 0,27 121-1798,83 230-350,-1-10-2403,4-2 4428,-32-85 7832,36 112-6937,14 31-752,-2-1 0,-1 2 0,-1-1-1,-1 2 1,-1 0 0,-22-27 0,-26-21-20,-86-92 0,122 138 0,-1 2 0,-2 1 0,-60-37 0,26 25 0,-2 3 0,-79-28 0,80 32 0,49 20 0,-1 2 0,1 0 0,-31-8 0,-136-30-1289,-39-9 992,165 44-501,-113-7 0,-77 15 2160,83 7-5343,115-1-4854,1 4 5035,-96 28 6699,131-33-2588,3 0 591,1 0 0,-1 1 1,0 0-1,1 1 0,0 0 0,0 0 0,1 1 0,-1 0 0,1 0 0,0 1 0,1 0 0,0 1 0,0 0 0,0 0 0,1 0 0,0 1 0,-7 15 0,9-16-1028,0 1-1,1 0 1,0 1 0,1-1-1,0 0 1,1 1-1,-1 11 1,6 239 126,2-223-30,1 0 0,2 0 0,2-1 1,1 0-1,23 46 0,-2-4-1772,-20-46 4767,3-1-3823,44 65-13003,-32-56 10595,-21-30 2488,1-1-1,1 1 0,12 10 1,-5-7 2682,0-1 1,1-1 0,22 12 0,60 20 8516,-35-21-8554,-31-14-1835,0-2 0,0-2 1,0-1-1,1-1 0,57-5 0,-15 1-17,-58 1-15,-1 0 0,1-1 0,-1-1 0,0-1 0,1 0 0,-2-1 0,1-1 0,22-11 0,-12 2 0,1-1 0,-2-1 0,44-38 0,39-30 34,-31 25-4218,-4-5-7436,-36 33 9279,8-6 2430,52-52-89,-48 46 0,108-88 0,-136 116 0,2 0 0,-1 1 0,2 2 0,39-17 0,71-35 0,103-19 0,-202 72 0,-21 7 0,0 0 0,0 2 0,20-4 0,52-8 0,-60 10 0,0 0 0,33-1 0,-26 5 2448,104 0 13768,-92 2-14202,0 2-4670,-23 0 2885,0 2 0,0 0 0,36 14 0,-20-6-3120,0-2-5693,-20-5 2569,28 9 19585,-27-10-10566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30:25.2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8192,'72'3'15390,"-18"3"-11606,-1 0-3543,51 6-2952,-34-9 4029,-35 0-1318,-1 0 0,1 2 0,45 13 0,27 5 0,-50-16 0,-38-6 0,0 2 0,1 0 0,-1 1 0,22 8 0,-38-11-24,106 37 14,-35-19-2753,42 8-6842,-2 6 4088,13 3 5414,-18 3 103,-80-27 0,0-1 0,52 12 0,-47-15 0,65 25 0,-71-22 0,2-1 0,-1-1 0,35 5 0,29 3 0,109 36 0,-90-22 0,217 66 0,-186-49 1271,-49-8 7623,-49-18-2584,2 1-8089,18 8-5002,-21-10 5516,33 24-4510,32 34 4422,-63-43 1592,66 38 0,185 109-239,-112-73 0,-129-79 0,-9-5 160,114 65-275,-56-27 2931,-74-45-5045,16 7 3845,-4-2-533,-14-7-3470,-1-2 2947,56 23-1,-8-5-2622,-21-8 2063,0-3 0,1-3 0,2-2 0,0-2 0,0-4 0,71 7 0,362-4 0,-392-14 0,35 0 0,234-5 0,-250-1 0,130-25 0,-46-11 0,-2-9 0,202-80 0,-350 112 0,24-8 0,88-46 0,-143 62 95,16-9 1288,58-40 0,-72 43-1931,80-63 13812,-88 71-10819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30:56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78 166 8192,'5'44'16169,"8"-1"-12830,7-7-6793,-16-30 1994,0 0 1,1-1-1,0 1 1,0-1-1,1 0 1,0 0 0,-1-1-1,2 0 1,-1 0-1,11 5 1,-11-6 662,11 5 3309,10-2 8372,-26-6-10483,0 0 0,0 0-1,0 0 1,0 0 0,0 0-1,0-1 1,0 1 0,9-6 4006,-7 4-4006,5-18-2992,-6 4 2256,-1 0 0,0-1 0,-2-16 0,0 4-5075,-2 3-5862,3 25 11272,0 0 0,0 0 0,0 0 0,0 0 0,0-1 0,0 1 0,0 0 0,-1 0 0,1 0 0,0 0 0,-1 0 0,1 0 0,-1 0 0,1 0 0,-1 0 0,1 0 0,-1 0 0,0 0 0,1 0 0,-1 1 0,0-1 0,0 0 0,0 0 0,-1 0 0,1 1 0,0 0 0,0 0 0,0 0 0,0 0 0,0 0 0,0 1 0,0-1 0,0 0 0,0 1 0,0-1 0,0 1 0,0-1 0,0 1 0,0-1 0,0 1 0,0 0 0,0-1 0,1 1 0,-1 0 0,-1 0 0,-2 4 0,1-1 0,-1 1 0,0 0 0,1-1 0,0 2 0,0-1 0,1 0 0,-12 33 10810,0-24-5206,12-13-5529,-1 0-1,0-1 0,0 1 0,0-1 0,0 1 0,0-1 0,1 0 1,-1 0-1,0 0 0,0-1 0,0 1 0,0-1 0,0 0 0,-3 0 0,-72-23-2642,62 19-1368,-2-2-3375,16 7 7664,1-1 1,0 1 0,0-1-1,0 1 1,0-1 0,0 0-1,0 1 1,1-1 0,-1 0-1,0 0 1,0 0 0,0 0 0,1 1-1,-1-1 1,0 0 0,1 0-1,-1 0 1,1 0 0,-1 0-1,1-1 1,0 1 0,-1 0-1,1-2 1,0 1-380,0 0 0,0 0 0,1 0 0,-1 0 0,1-1 1,0 1-1,-1 0 0,1 0 0,0 0 0,0 0 0,0 0 0,3-3 0,5-6-1381,1 0 0,1 0 0,14-12 0,-15 15 3192,6-7 2161,-12 11-4430,1 1 1,-1-1-1,1 1 0,0 0 0,0 0 0,19-1 8593,-21 16-7140,-2 17-8827,-2-25 6346,-1 24-5968,1-20 7319,1 0-1,-1 0 1,1 0 0,0 0 0,1 1-1,0-1 1,2 10 0,-2-17 161,-1-1 0,0 1 0,0 0 0,1 0 0,-1 0 0,1-1 0,-1 1 0,0 0 0,1-1 0,0 1 0,-1 0 0,1-1 0,-1 1 0,1 0 0,0-1 0,-1 1 0,1-1 0,0 1 0,-1-1 0,1 0 0,0 1 0,0-1 0,0 0 0,-1 1 0,1-1 0,0 0 0,0 0 0,0 0 0,0 0 0,0 0 0,-1 0 0,1 0 0,0 0 0,0 0 0,0 0 0,0 0 0,-1-1 0,1 1 0,0 0 0,0 0 0,0-1 0,-1 1 0,1-1 0,0 1 0,0-1 0,-1 1 0,1-1 0,0 1 0,-1-1 0,1 0 0,-1 1 0,2-2 0,5-5 0,0-1 0,0 0 0,8-12 0,-9 13 0,8-14 0,18-31 0,-5 7 0,-13 19-102,-11 20 560,27-31 14043,-28 46-11512,-1 9-5289,-2 6 4288,0-1-3381,-1-11-1289,0 0 0,0 1 0,-1-1-1,0-1 1,-1 1 0,-7 14 0,-8 9 5316,7-8-1192,5 13 6929,0 0-3166,7-39-5185,0-1 1,0 1-1,-1-1 1,1 1-1,0-1 0,0 1 1,0-1-1,0 1 1,-1-1-1,1 0 1,0 1-1,0-1 0,-1 0 1,1 1-1,0-1 1,0 1-1,-1-1 0,1 0 1,-1 0-1,1 1 1,0-1-1,-1 0 0,1 0 1,-1 1-1,1-1 1,0 0-1,-1 0 1,1 0-1,-1 0 0,0 0 1,-13-7 430,-11-25-1081,21 28-2,-8-17-7980,3 0 3918,1-14 3429,6-1 4782,9-37 8189,1 26-8208,-4 31-4466,-28 95-11216,2-6 6346,19-59 5838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55:03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849 88 8192,'-98'4'12901,"3"10"-7495,54-5-5438,0 2 0,1 2 1,0 1-1,1 2 0,1 2 1,0 2-1,1 1 0,-53 41 1,75-50 31,-74 60 0,78-61 0,1 0 0,0 1 0,1 0 0,0 1 0,-11 20 0,9-10 0,2 0 0,0 0 0,1 1 0,-5 30 0,-10 100 0,21-134 0,0-1 0,1 1 0,0 0 0,2 0 0,1 0 0,0-1 0,1 1 0,2-1 0,-1 1 0,2-1 0,1-1 0,0 1 0,2-1 0,0-1 0,0 1 0,2-2 0,23 30 0,10 4 0,3-1 0,1-2 0,75 54 0,-83-72-571,2-2 0,1-2 0,1-2 1,1-1-1,1-3 0,1-2 0,48 12 1,35-7-10628,65-4 8869,-182-17 2400,94 11-71,33 2 0,-63-14 0,0-4 0,0-2 0,148-34 0,-152 24 0,142-36 0,-165 36 0,-1-1 0,60-30 0,-44 16 0,66-38 0,-115 59 0,0-1 0,-1 0 0,-1-1 0,0-1 0,23-27 0,-16 13 0,-1-1 0,-1-1 0,-2 0 0,-1-1 0,16-41 0,-27 57 0,0-1 0,-1 0 0,0 0 0,-1 0 0,-1 0 0,0 0 0,-1-1 0,-1 1 0,0-1 0,-1 1 0,-1-1 0,-1 1 0,0 0 0,-5-16 0,-14-22 1329,-40-73 0,20 52-3492,22 42 2122,-2 0-1,-1 2 1,-2 0 0,0 2 0,-2 1-1,-1 1 1,-1 1 0,-2 2 0,0 0-1,-1 3 1,-44-22 0,38 24 999,-72-23 1,7 14 4969,67 17-7706,0-2 0,-37-17 1,-39-13-1704,94 38 3804,1 0 0,-27-3 0,-239 4-681,210 5 2793,1-1 3333,13-1 1030,0 0-3467,-218 0-3283,259 1-48,1 1 0,-1 1 0,1 0 0,-1 1 0,1 1 0,0 1 0,-19 9 0,20-8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55:09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8192,'16'1'11867,"-1"2"-6322,4 3-3381,10 5-3785,10 3 1688,49 15-67,119 59 0,-80-32 0,74 44 0,-117-57 0,-19-9 0,-47-27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55:10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8192,'5'15'17965,"0"-7"-16584,5 5-3578,-2-3 3070,16 26-873,19 42 0,11 16 0,32 68 0,-62-111 0,47 73 0,-52-91 797,-1 20-8926,-14-38 4566,1 1-1,11 21 1,-5-18 3563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3:55:26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1 857 8192,'40'-41'12901,"0"0"-7495,-6 5-5478,-2-2 1,-1-1 0,36-59 0,-43 60 71,49-58 0,-10 15 0,18-20 0,-18 25 0,-23 13 0,-30 46 0,0 1 0,22-28 0,-18 27 0,-2 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48:47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48:54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783 0 8192,'-21'1'10898,"0"2"-5356,-4 1-2661,-12 4-3359,-9 1-1760,16-5 3655,-62 0-1417,68-4 0,1 0 0,-1 2 0,1 0 0,0 2 0,0 1 0,-36 11 0,39-8 1349,-32 14-3093,-23 15-8535,60-28 7749,0 1 0,-23 19 0,-1 11 5568,15-2 5319,7 2-3551,13-25-4256,0 0 0,1 0-1,-2 27 1,4-7-1203,2-1 0,1 0 0,9 41 0,-7-56-1225,0-1 0,2 1 1,0-1-1,1-1 0,1 1 0,0-1 0,17 24 1,11 8 600,4-4 4010,-5-17 196,29 6 5998,-23-14-5967,-25-11-3231,0-2 1,0 0-1,1-1 1,0-1-1,0-1 1,0 0-1,1-1 1,0-1-1,-1 0 1,1-2-1,18-1 1,-7 0 834,-1-2 0,53-12 0,-22 0-4498,-2 1-7374,-45 11 11308,-1-1 0,0 1 0,1-2 0,-2 0 0,1 0 0,0-1 0,-1 0 0,0-1 0,-1 0 0,1-1 0,-1 0 0,8-9 0,4-9 0,0-1 0,30-56 0,-47 78 0,23-42 0,34-79 0,-53 108 0,-2-1 0,0 0 0,-1-1 0,-1 1 0,0-1 0,-2 0 0,0-33 0,-3 46 181,0-1 1,-1 0 0,0 1 0,-1-1-1,1 1 1,-1 0 0,-1 0-1,-7-12 1,-38-50-1817,37 54 3601,0 1-1,-1 0 1,-1 0 0,-1 2 0,-15-12 0,21 18-2009,-1 0 0,0 1 1,-18-7-1,-5 3-3924,-2 4-3488,10 4 7414,-1 1 1,1 0-1,-1 2 1,-32 7 0,41-6 40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48:58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8192,'34'33'15522,"-8"-9"-11808,0 0-3587,23 21-2802,-17-14 4009,-8-5-1334,-2 1 0,28 44 0,16 19 0,-52-78-2422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49:00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0 244 8192,'19'-20'11176,"0"0"-5615,4-6-2811,-14 16-3319,1 0 0,1 1 1,-1 0-1,22-13 0,7 4 1948,86-20-11218,-70 22 11131,0-1 7255,-45 13-8547,0 1 0,0-1 0,12-8 0,-14 6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49:04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 1 8192,'-3'22'17525,"-1"-9"-15434,-4 7-3824,-1 6 1872,-72 235-139,79-255-908,0-1 1,0 0-1,-1 0 1,0 0-1,1 0 1,-2 0-1,1-1 1,-1 1-1,1-1 1,-7 6-1,-8 5 2631,-1-1 6537,19-14-8261,-1 0 1,1 0 0,0 0 0,0 0-1,0 0 1,0 0 0,0 0 0,-1 0-1,1 0 1,0 0 0,0 0 0,0 0-1,0 0 1,0 1 0,0-1 0,-1 0-1,1 0 1,0 0 0,0 0 0,0 0-1,0 0 1,0 1 0,0-1 0,0 0-1,0 0 1,0 0 0,0 0 0,0 0-1,0 1 1,-1-1 0,1 0 0,0 0-1,0 0 1,0 0 0,0 1 0,0-1-1,1 0 1,-1 0 0,0 0 0,0 0-1,0 0 1,0 1 0,0-1 0,0 0-1,0 0 1,0 0 0,0 0 0,0 0-1,0 1 1,0-1 0,1 0 0,10 3 32,17-2-547,-8-2-1679,1-1 0,-1-1-1,0-1 1,0-1-1,37-14 1,18-15-2310,-1-3 6747,-4 1 10181,-70 36-12331,1-1 1,-1 1 0,1 0-1,-1-1 1,1 1 0,-1 0-1,1 0 1,-1 0-1,1-1 1,-1 1 0,1 0-1,-1 0 1,1 0 0,-1 0-1,1 0 1,-1 0-1,1 0 1,0 0 0,-1 0-1,1 0 1,-1 0 0,1 0-1,-1 0 1,1 0 0,-1 1-1,1-1 1,-1 0-1,1 0 1,0 1 0,-2 14-831,-15 19-312,-5-6-132,0-1-1,-49 46 1,-18 22-1639,60-60 2278,-5 8-2338,-2-1 0,-72 67 0,65-69 2880,57-43 0,15-8 0,168-104 0,8-5 0,-189 113 0,-1-1 0,-1-1 0,18-12 0,-134 95-42,-80 65 2560,81-49-5352,-2 1 3852,23-15 13773,64-54-12529,9-10-1953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49:20.34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0 0 8192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50:38.65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20537,'983'491'0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50:45.43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1 780 25585,'1371'-779'0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51:04.98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25133,'586'475'0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52:09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2176 1726 8192,'-1'22'12901,"-4"-3"-7495,2-12-5430,1-1 0,-2 0 0,1 0 1,-1 0-1,0 0 0,0-1 0,-1 1 1,1-1-1,-1 0 0,0-1 0,-10 8 1,-105 96 23,-9 8 0,118-109 0,-1 1 0,0-2 0,-1 1 0,1-2 0,-1 0 0,0 0 0,-1-1 0,1-1 0,-1 0 0,-20 2 0,-17-2 0,-78-5 0,48-1 0,8 3-3485,-95 7-11451,118-3 13364,-1 2 3543,35-3-1971,1-2 0,-1 0 0,0 0 0,0-1 0,0-1 0,1-1 0,-1 0 0,0-1 0,1-1 0,0 0 0,0-1 0,0-1 0,0 0 0,1-1 0,0-1 0,-14-10 0,-11-9 0,1-2 0,-50-49 0,74 63 0,1 0 0,0-1 0,1 0 0,1-1 0,0 0 0,2-1 0,0 0 0,-10-29 0,9 18 0,-4-9 0,3-1 0,0 0 0,3 0 0,-7-68 0,14 48 0,2-1 0,3 1 0,16-87 0,-2 54 0,-5 21 0,27-83 0,-32 131 0,1 0 0,1 1 0,0 0 0,2 1 0,1 0 0,0 1 0,26-29 0,151-134 0,-159 155 0,10-8 0,2 1 0,1 3 0,72-42 0,-100 67 0,1 0 0,-1 0 0,1 2 0,0 0 0,1 1 0,-1 0 0,19 0 0,17 1 0,55 5 0,-48-1 0,-42 1 153,-1 0 1,0 0 0,0 2-1,0 0 1,0 1 0,27 12-1,-2 2-218,51 34-1,-71-39 58,-1 1-1,0 2 1,-2 0 0,0 1-1,22 26 1,-14-10-290,-2 1 0,30 53 0,-37-52 298,21 61 0,-14-32 0,-18-45 585,0-1 0,5 35 0,5 91 12330,-9-57-9768,1 33-3052,-7 124 0,-3-139-80,0-97-15,1 1 0,-1-1 0,-1 0 0,1 0 0,-2 1 0,1-1 0,-1-1 0,-7 15 0,0-4 0,-1-1 0,-25 30 0,-79 97-385,100-126 5,-1-1 0,-1-1 0,-1 0 0,0-1 0,-1-1 0,-22 13 0,26-20 590,0 0 0,0-1 0,-1-1 0,0 0 0,0-1 0,-1-1 0,1-1 0,-1 0 0,-27 1 0,14-2-481,-1 2-1,1 1 1,-46 14 0,-87 37 185,82-26 487,49-19-4557,-43 9 0,61-17 2831,0-1 0,0-1 0,-1-1 1,1 0-1,-25-3 0,8-1 1317,-1-2 1,1-2-1,0 0 0,1-3 0,-42-18 1,50 20 382,0 0 0,-41-8 0,41 12 87,0-1-1,0-1 0,-32-15 1,32 10-821,2-1 0,0-1 0,1 0-1,0-2 1,1 0 0,1-1 0,0-1 0,-24-34 0,6-1 446,3-1 0,-30-67 0,54 101 220,0 0-1,2 0 1,0 0 0,1-1 0,-4-38 0,4-108-2843,4 112 3231,0-29-695,9-346 0,-2 380 93,2 1 0,2 0 0,3 1 1,1 0-1,35-77 0,-44 116-305,-1 1-1,1-1 1,1 1-1,-1 0 1,11-10-1,-6 9 1092,-1 0 1,1 0-1,17-10 0,5 1 2700,1 1 1,36-13-1,30-16-2734,-27 4-1851,10-6-2738,-62 38 1103,0 1 0,30-9 0,47-11 1785,190-31 1,-245 56 855,-1 1 0,50 3 0,-73 1 0,1 1 0,-1 1 0,0 1 0,0 0 0,0 1 0,-1 1 0,24 11 0,1 4 0,-22-13 0,-1 1 0,-1 2 0,0 0 0,31 24 0,-8 3 799,47 55 1,-73-74-1067,-1-1 1,-1 2-1,-1 0 1,-1 0-1,17 43 1,-3 11 1360,22 103 0,-36-116-1823,-3 0-1,1 78 1,-9 258 369,-1-153 4990,1-232-2540,-1 1 1,0 0 0,-1-1 0,-1 1 0,-6 19 0,4-18-1601,-1-1 0,0 0 0,-1 0 0,-10 14 0,-7 5-1120,-2-1-1,-49 45 0,62-64 1280,-30 30-649,-150 134 0,174-161-156,-44 35-2112,-84 51 1,124-88 728,0-1 0,0-1 1,-1-1-1,-1-1 0,0-1 1,0-1-1,-49 7 0,-8-10 1229,0-4-1,-156-20 0,178 13 222,10 3 121,29 3 56,0-1-1,1-1 1,0 0 0,-1-2 0,-19-6 0,21 3 3444,0 0 0,1-1 0,-31-21 1,40 23-2356,0 0 1,0-1 0,1 0 0,-8-10 0,-11-23-3733,12 5 2359,1 0 1,3-2 0,0 1 0,-9-79 0,16 96 180,-5-39-2114,2 0 0,3-1 0,2 0 1,3 1-1,2-1 0,4 0 0,17-77 0,11-1 2129,96-237 0,-97 294 0,4 2 0,87-136 0,-106 188 0,0 1 0,2 1 0,0 1 0,2 1 0,1 1 0,1 1 0,0 1 0,1 2 0,2 0 0,0 2 0,33-15 0,-7 11 0,2 2 0,112-21 0,121 2 0,-100 16 0,-185 20 0,45-6 0,-1 2 0,89 2 0,-124 4 0,1 0 0,-1 1 0,1 0 0,-1 1 0,0 1 0,0 0 0,0 1 0,-1 0 0,0 1 0,0 0 0,0 1 0,-1 1 0,1 0 0,18 17 0,-3 5-310,26 34 1,-27-27 4153,43 79 0,2 51 5242,-34-51-7219,-15-39-2067,7 17-5741,-5 0 1,13 103-1,-35-182 5941,-1-1 0,0 0 0,-1 1 0,-1-1 0,0 1 0,-1-1 0,-1 0 0,0 0 0,-1 0 0,0 0 0,-1-1 0,0 1 0,-2-1 0,1 0 0,-1-1 0,-1 0 0,-17 21 0,-25 17-629,-33 17 6212,18-15-391,45-36-3120,-2 0 0,-32 18 0,29-21-2280,0-1 1,-29 9-1,15-10-2069,0-1 0,-1-2 0,-72 6-1,-54 1-4452,37 0 6780,-128 33 0,66-7-50,156-36 0,-1-2 0,0-1 0,-51-4 0,9-5-441,37 1 705,-1 2 0,0 3 1,0 1-1,-72 9 0,41-1 1875,59-7-2308,1-2 0,-1 0 0,0-1 0,0 0 0,0-1 0,1-1 0,0 0 0,-1-1 0,-19-10 0,7 1 1799,0 0 0,1-2 0,1-1 1,1-1-1,1-1 0,0-1 0,1-1 0,2 0 0,-33-46 0,38 46-1574,1-2 0,0 0 0,2 0 0,1-1 0,0 0 0,-11-50 0,14 21-344,2 0 0,3-106 0,2 90-2559,0 25-1023,2-1 0,8-51 0,-6 78 2701,1-1 1,11-29-1,-9 33 1370,0 0 1,1 1-1,16-23 0,-14 23-57,1 1 0,1 0 0,18-16 1,22-7 3633,-38 27-1863,0 0 0,-1-1 1,18-17-1,32-38 1151,-50 49-3142,0 0 0,2 2 0,0-1 1,0 2-1,2 0 0,-1 1 0,2 1 0,26-14 0,27 2 2365,4 8-5157,79 0-8114,-41 5 8214,-53 3 2756,0 2 0,0 3 1,1 3-1,-1 3 0,115 21 1,165 63 11,-261-66 0,-32-7-109,75 36 0,-81-32 1114,1-1-1,65 17 1,-95-32-981,1 0 0,-1 1-1,0 1 1,0 0 0,0 0-1,-1 1 1,0 1 0,0 0-1,0 0 1,-1 1-1,0 0 1,-1 1 0,1 0-1,-2 1 1,0 0 0,0 0-1,0 1 1,10 20 0,10 24-1976,35 110 4817,-41-94-4228,-12-40-792,28 111 1680,-28-68 3322,-10-60-1089,0 0 0,-1-1 0,-2 17-1,-17 41 5727,-23 32-6990,37-94-494,0 0 0,0-1 0,-1 0 0,0 0 0,-1 0 0,-8 6 0,-14 16 0,-11 13-235,-63 52 0,71-69-1665,-43 25 0,-107 69-10594,149-95 11865,-44 45 0,10 0 629,-55 54 0,98-102 0,-2 0 0,0-2 0,-31 19 0,43-32 0,0 1 0,0-2 0,-1 0 0,0-1 0,0 0 0,-22 3 0,-5-3 0,-51-1 0,-21 5 0,82-5 0,-1-1 0,1-2 0,0-1 0,-45-7 0,17-2-215,9 1 1219,1-2 0,-60-20-1,56 9-3497,1-3 3428,-50-28 8753,56 27-2796,42 22-6869,0-1 1,0 0-1,1 0 1,0-1-1,0 0 1,0 1-1,1-2 1,-1 1-1,-4-8 0,-31-58-50,15 25 40,-4 5-12,16 27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52:57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2488 1838 8192,'-5'20'17995,"-11"9"-18972,8-16 1981,-180 265-1004,132-202 0,23-28 0,-3-3 0,-1-1 0,-78 70 0,27-41 0,58-47 0,-2-1 0,-36 22 0,39-31 0,-1-2 0,0-1 0,-1-1 0,0-2 0,-40 9 0,3-5-261,-1-3 0,-87 3 1,-40-16-9003,178 0 7251,1 0 0,-19-5 0,-35-16 92,33 6 1909,-56-33 1,54 23 10,2-2 0,0-2 0,2-1 0,-48-56 0,66 68 0,-18-15 2271,22 22-2921,0 0 0,-22-31 0,9 5 614,1-2 0,3-1 1,1-1-1,2 0 0,2-2 1,2 0-1,2-1 0,-14-83 1,10 4 35,-3-184 0,21 255 0,3 1 0,2-1 0,3 0 0,2 1 0,2 1 0,20-55 0,-14 60 0,2 1 0,2 0 0,1 2 0,3 0 0,2 2 0,1 1 0,2 2 0,2 0 0,65-58 0,-78 80 232,150-123-201,-78 80 4037,-64 44 1501,43-16 1,-36 18-4289,-4 1-1069,1 1-1,1 1 1,0 2 0,0 1 0,37-4 0,211 8-2262,-212 8 3604,-48-2-1718,0 1-1,-1 1 1,0 1-1,1 1 1,21 9-1,92 48-1039,-122-57 1094,10 7 999,33 24 0,-33-21-380,34 18 1,-46-28-510,0 0 0,0 0 0,-1 1 0,1 0 0,-2 0 0,1 1 0,-1 1 0,9 10 0,-5-2 0,-1 0 0,-1 1 0,15 34 0,14 40-4410,35 126 0,-7-2-4792,-65-207 9202,55 229 0,-46-182 0,-3 1 0,1 74 0,-8-97 2538,9 43 1,-6-52 512,0 0-1,-2 0 0,-2 47 1,-1-63-2622,-1-1 1,0 1 0,0-1 0,0 1-1,-1-1 1,-4 8 0,3-8-713,0-1 0,-1 0-1,0 0 1,0-1 0,0 1 0,-1-1 0,-8 7 0,-13 8 297,-48 28 1,24-17-604,0 3-249,24-15 430,-1-1 0,-60 29-1,-55 17 171,64-29 2893,-30 31-4234,-9 6 2483,93-62-2909,1 0-1,-1-2 1,-1-1-1,0-1 1,0-1 0,-50 5-1,-44-7-2538,0-8 5985,54-2-1441,0-4 0,1-2 0,-77-25 0,103 22 0,0-1 0,1-2 0,-49-31 0,33 18 0,29 16 0,1-2 0,0 0 0,2-2 0,0 0 0,1-2 0,1 0 0,1-1 0,0-1 0,2-1 0,1 0 0,1-1 0,-16-38 0,21 42 0,2 0 0,0 0 0,2-1 0,0 0 0,-4-34 0,6 7 0,2-70 0,15-129 0,-7 190 0,4 0 0,19-67 0,64-159-49,-72 231 201,3 2 0,2 0 0,40-58 0,-27 53 1799,-21 32 1675,1 2-1,0 0 1,31-27 0,145-121-3177,-98 94-2780,-41 38 3193,2 2 1,75-34-1,-39 28-3914,-70 34 1340,0 0 1,1 2 0,0 0 0,0 2 0,30-2 0,129 7-2444,-138 4 4096,-1 2-1,0 3 0,63 20 1,0 0 53,60 19-167,-105-30 2863,0 0 4939,-14 1-1418,-2 11-4145,39 44-2958,-53-44 1383,-17-15-746,0 0 1,-1 1 0,-1 0 0,-1 1-1,0 1 1,-2 0 0,0 1 0,-1 0-1,-1 1 1,11 36 0,45 98-10172,-23-59 6224,-17-32 6401,-17-38 2683,0 0 0,5 37 0,-10-11-4302,-2 43-740,-4 213-2156,0-271 1754,-2 0 0,-10 38 0,5-35-1571,-2-1 0,-2-1-1,-2 0 1,-1-1-1,-2 0 1,-41 58 0,-9-10 617,45-60 2810,-30 24 1,-44 27-1295,-43 37 0,117-91 0,0-1 0,-2-2 0,0 0 0,-1-1 0,-29 13 0,19-13 0,-4 3 0,-2-2 0,-76 25 0,55-23 0,1 2 0,1 4 0,-77 44 0,-28 13 0,-48 2 0,181-75 0,0-2 0,-1-2 0,-1-1 0,-52 2 0,32-7 0,0-3 0,0-2 0,-92-19 0,113 15 0,0-2 0,1-1 0,0-2 0,1-1 0,0-2 0,-54-35 0,65 34 597,-35-30 0,33 23 2583,1-2 1,1 0 0,2-1-1,0-1 1,-20-37 0,5-13-5437,26 49 1973,1 0 1,1 0 0,2-1 0,-4-52 0,9-126-450,1 129-307,-1 34 1800,7-123-11141,-3 143 8389,0 1 0,9-26 1,12-15 2741,29-35-751,104-148 0,-125 205 0,1 2 0,2 1 0,41-36 0,131-96 0,-82 70 0,-110 88 0,0 1 0,0 0 0,1 2 0,1 0 0,0 0 0,0 2 0,1 1 0,0 0 0,37-9 0,106-9 0,-88 16 0,88-24 0,20-6 0,32-11 0,-174 39 470,1 3-1,0 1 1,1 1 0,45 0 0,-1 7 5051,-1 5 4426,-75-3-9934,0 0 0,0 1 0,-1 0 1,1 0-1,-1 1 0,1 0 0,-1 1 0,-1 0 0,1 0 0,-1 1 0,0 0 0,0 0 0,0 1 0,-1 0 0,0 1 0,8 11 1,8 13-20,-2 0 0,33 67 0,-33-52-391,-1 1 1,18 69-1,-1 29-4588,-23-87 994,6 35-3913,-12-37 7928,2 104 0,-12-82-160,-1-45 2428,-9 45 0,6-53-1721,-1-1-1,-14 33 0,-15 14-5815,1-13 4748,-70 88 0,84-122 510,-1-1 0,-1-1 1,-1-1-1,-1-1 0,-46 29 1,-109 77-14,-23 12 0,53-67 0,-77 43 0,212-107-601,-1-1 0,0-1 0,-27 7 0,19-7 2682,-48 3 0,-127-9 11768,88-3-11434,-114 3-2415,201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48:47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49:20.34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0 0 8192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2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FEF71-0F42-56E1-672F-04E1E37A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B1BCE-DFE9-A7F9-2FD7-0E708E5A9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8237D-BC22-D92B-CFCE-698248A69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E1C51-A0E1-374B-9C9A-1FDF819DC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47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C78C4-B298-54B6-44C5-D51DD76E3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74366-80B4-283E-95E1-26E85899C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25287-8998-3E57-4D06-6855332DD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5E5B1-A374-9715-1812-12BD1DC47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6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307C8-670D-7529-096A-97AA4568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64807-6A60-B025-296A-683385B54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021F1-7562-94A9-3D84-AEE503EF7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3C3F3-98D2-7E88-1891-EEAD4C079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61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9B7C-D06F-A630-F4BC-3BA609A6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2965D-BD5C-8B15-6F7F-D6D688DE6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550A0-9526-6FDB-6805-5CE61D3A4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3A496-1959-0D49-DB0B-4FA05FC3F3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35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D27B1-7DB8-B629-9648-48D020AE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4C0CA-528E-FFF2-E19A-263117F8C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F2961-EE84-41C0-6FA1-E459C55A7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090D0-A426-8C7B-1148-67A331527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47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1B7F-6849-C11C-BC9A-2D515D8F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2697C-0631-4AD1-9712-AD4392572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8097A-DAA6-DA5B-D75C-28B891902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A8F4E-5F3A-977F-C5B2-AAE3BB268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40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2E1BD-FC22-056B-0673-DF064D30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1438F-0C27-F8EF-43C8-6E6785FA4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7BA40-A6E7-7BF6-4FAA-8CE738AA7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89287-09B5-E2C9-5149-E5D594E89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2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DF2A0-19F0-317F-86B4-5A49DFAA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2934A-6192-7AB4-BC2D-7F895329E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530B8-66E7-4A0F-4CB9-973A30006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0CE75-523D-6662-3F68-185E6472F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93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3EF20-FCBF-1796-69DC-A79B6177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E21D3-2BF4-86F3-544A-C730E218D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11810-1841-6BEC-8EEA-135DA7C6E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6C837-7483-D79F-25F8-ECA693DD67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32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0E075-4F5C-4060-5C16-90F94EA8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14074-40CE-4B79-613E-FD2AF9D23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AE146-A7AF-C252-BC35-2BC55B21B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0ECF9-71F6-BBD2-53CF-182492F01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13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3D15-4C07-FD70-66C5-4D2BD7423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1E706-3D08-6DFA-6078-978E4A465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80F29-4861-3C3A-6EDC-38A363B68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27434-958E-D6B9-A1B2-9D0BB7AC4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92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3218-FAAE-221D-6431-04B03D4E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11761-81C2-BFED-6F35-B199AF907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D821E-BF3E-3B82-9CB3-E76D50F72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562B9-DB04-0119-AD6E-E6AFC3FDBA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40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6396-D952-8206-DED7-AAD2E83B4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B552F-1634-0B03-7FDF-C24C1D8D4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5AA29-7AAE-AF3E-4854-BDF8C27A3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6EAF2-74BE-EFEF-B540-6F98388C46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57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8E76-684B-564C-0154-8B5E97736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0DAE5-8A34-02A0-1EAE-EF30EEAE9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CC67A-AB8A-80DB-B927-53D4CB71C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1EE0F-2151-6D00-7BE6-3FA453EAC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65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00AE-80B7-D5AA-0C60-8BFAF47C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7117B-A63B-31F8-103C-82D29E214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755F9-5E5A-4F62-51F3-A57A42272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ABC08-2E94-3EB7-58E1-DA0441386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566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981F6-2D45-A427-E9C8-D760ACB1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EE43B-D8C1-8DB0-6F4B-5725ABF5C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E942D-2521-511F-D21C-F9A967BD2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06603-7AD3-7561-14F8-C34753E55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10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BAB6-4A39-98AD-7FFA-D530B627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1B5B3-844B-4ED4-601C-39CBBC7ED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366D5-4A9A-92A0-1FE9-89A900C95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E8841-A705-763C-7561-452DAC290C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10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4EE7-DF38-C83D-82B4-5B2D09CB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9EF54-E804-5F73-4719-DAEC17F0A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E496B-3DD6-B8CA-28F8-B20C5A8A0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883F8-DF90-E9A8-347C-A4328C7462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686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48BE4-684E-93B9-DD17-27B4876B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B8F41-EE41-4BB7-65EA-437D1E653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4FBCE-FBBE-3247-F249-5C88E3D04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D1858-CFEE-B5B1-DE5C-A9BFE9932A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694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E7BB-74CA-7E92-62E0-BFA4429A3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83469-F765-5FF3-3F97-C3EF73EC9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D9C6C-D8AB-7A67-E33B-BB76AEAC8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BAF04-71EB-25BD-1292-004ADCE3E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4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8374B-8702-9684-168C-A20E7764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4289C-700C-73D9-E023-606CC2AD8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96EE0-5CFA-3722-802E-736A46CBC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C20EA-E4F7-7D9F-3DE9-65A5138F4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666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4AA31-3257-51C7-7AA7-FDDEA2B3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89A40-CF8F-0D99-5DD0-503C77D83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E3029-C2B4-023E-F988-62BBB5AEE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F4F79-54B9-526F-5840-AE7893C90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295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5004-7FE7-B0A8-AD73-172BDD2A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71A77-9C02-D71F-3913-B38442F1E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3961E-48D6-3617-00A7-BB2E39104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C9F6F-3A9A-91B4-4F70-4DDE12A74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911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17AB9-3E67-5278-4225-22789C95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2CC06-39E5-A00D-1EE6-AF0C92839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C33AF-DCCB-64E0-28FF-3ADC01008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F53BF-8BAE-B7B0-1C15-09DAC3991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999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5D308-198A-18F7-3D80-9032343F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116F7-4DFD-F602-11BE-45AD8C849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E1089-1EE8-D0C9-69EA-06A20133F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AB241-19D2-C61E-307A-D64796330A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565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9B1A-3105-D751-EB82-BCAC72C2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0965A-166F-78BA-FE68-97C0E0099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3E0D9-BF95-D64B-40B7-0B130B85B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219E8-DAE4-049A-6C41-964C0B3D4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618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464C7-DB9E-F31A-19B8-07A8D0AA6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8A97F-92F2-A1BD-368C-7D4925C5E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07BBA-F84F-695C-EBF3-302AE4340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F2849-6A97-BC7F-FE45-24B88326F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560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F512-CE03-365A-92AF-4E3687EB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F790C-BBEB-0922-4C75-8750224E1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2E760-2CCE-513A-78E3-9025F3752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837BC-5491-91FA-3002-99B3E5B2CA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350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9D54-1CCF-875E-4D1B-2343BCEF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DFEE9-155A-7C90-551A-DE157139C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3585C-2648-6309-5FEE-EC33F8910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E02F4-9999-986B-B158-53DEE21EE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001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15466-61B3-3DBC-C29A-B327868B3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54259-A394-0A05-153F-AD55F637A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40240-8FE5-4A0E-2291-63DEE1DE4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02E10-C6F6-E7A2-0D5C-BB760483C2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6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needfinding · fondamenti di HCI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071055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chi c'è dall'altra parte?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 · a.a. 2026–27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566928"/>
            <a:ext cx="77724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needfinding · fondamenti di HCI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071055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chi c'è dall'altra parte?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 · a.a. 2026–27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566928"/>
            <a:ext cx="4206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ME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needfinding · fondamenti di HCI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071055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chi c'è dall'altra parte?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 · a.a. 2026–27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needfinding · fondamenti di HCI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071055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chi c'è dall'altra parte?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 · a.a. 2026–27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566928"/>
            <a:ext cx="40233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6" name="Text 3"/>
          <p:cNvSpPr>
            <a:spLocks noGrp="1"/>
          </p:cNvSpPr>
          <p:nvPr>
            <p:ph type="pic" idx="104" hasCustomPrompt="1"/>
          </p:nvPr>
        </p:nvSpPr>
        <p:spPr>
          <a:xfrm>
            <a:off x="4846320" y="868680"/>
            <a:ext cx="1828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clicca sull'icona per aggiungere la foto</a:t>
            </a:r>
            <a:endParaRPr lang="en-US" dirty="0"/>
          </a:p>
        </p:txBody>
      </p:sp>
      <p:sp>
        <p:nvSpPr>
          <p:cNvPr id="7" name="Text 3"/>
          <p:cNvSpPr>
            <a:spLocks noGrp="1"/>
          </p:cNvSpPr>
          <p:nvPr>
            <p:ph type="pic" idx="105" hasCustomPrompt="1"/>
          </p:nvPr>
        </p:nvSpPr>
        <p:spPr>
          <a:xfrm>
            <a:off x="7040880" y="868680"/>
            <a:ext cx="1828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clicca sull'icona per aggiungere la foto</a:t>
            </a:r>
            <a:endParaRPr lang="en-US" dirty="0"/>
          </a:p>
        </p:txBody>
      </p:sp>
      <p:sp>
        <p:nvSpPr>
          <p:cNvPr id="8" name="Text 3"/>
          <p:cNvSpPr>
            <a:spLocks noGrp="1"/>
          </p:cNvSpPr>
          <p:nvPr>
            <p:ph type="pic" idx="106" hasCustomPrompt="1"/>
          </p:nvPr>
        </p:nvSpPr>
        <p:spPr>
          <a:xfrm>
            <a:off x="9235440" y="868680"/>
            <a:ext cx="1828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clicca sull'icona per aggiungere la foto</a:t>
            </a:r>
            <a:endParaRPr lang="en-US" dirty="0"/>
          </a:p>
        </p:txBody>
      </p:sp>
      <p:sp>
        <p:nvSpPr>
          <p:cNvPr id="9" name="Text 3"/>
          <p:cNvSpPr>
            <a:spLocks noGrp="1"/>
          </p:cNvSpPr>
          <p:nvPr>
            <p:ph type="pic" idx="107" hasCustomPrompt="1"/>
          </p:nvPr>
        </p:nvSpPr>
        <p:spPr>
          <a:xfrm>
            <a:off x="4846320" y="3383280"/>
            <a:ext cx="1828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clicca sull'icona per aggiungere la foto</a:t>
            </a:r>
            <a:endParaRPr lang="en-US" dirty="0"/>
          </a:p>
        </p:txBody>
      </p:sp>
      <p:sp>
        <p:nvSpPr>
          <p:cNvPr id="10" name="Text 3"/>
          <p:cNvSpPr>
            <a:spLocks noGrp="1"/>
          </p:cNvSpPr>
          <p:nvPr>
            <p:ph type="pic" idx="108" hasCustomPrompt="1"/>
          </p:nvPr>
        </p:nvSpPr>
        <p:spPr>
          <a:xfrm>
            <a:off x="7040880" y="3383280"/>
            <a:ext cx="1828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clicca sull'icona per aggiungere la foto</a:t>
            </a:r>
            <a:endParaRPr lang="en-US" dirty="0"/>
          </a:p>
        </p:txBody>
      </p:sp>
      <p:sp>
        <p:nvSpPr>
          <p:cNvPr id="11" name="Text 3"/>
          <p:cNvSpPr>
            <a:spLocks noGrp="1"/>
          </p:cNvSpPr>
          <p:nvPr>
            <p:ph type="pic" idx="109" hasCustomPrompt="1"/>
          </p:nvPr>
        </p:nvSpPr>
        <p:spPr>
          <a:xfrm>
            <a:off x="9235440" y="3383280"/>
            <a:ext cx="1828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clicca sull'icona per aggiungere la foto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17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3.xml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11" Type="http://schemas.openxmlformats.org/officeDocument/2006/relationships/customXml" Target="../ink/ink4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7.xml"/><Relationship Id="rId40" Type="http://schemas.openxmlformats.org/officeDocument/2006/relationships/image" Target="../media/image20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2.jpg"/><Relationship Id="rId9" Type="http://schemas.openxmlformats.org/officeDocument/2006/relationships/customXml" Target="../ink/ink3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2.xml"/><Relationship Id="rId30" Type="http://schemas.openxmlformats.org/officeDocument/2006/relationships/image" Target="../media/image15.png"/><Relationship Id="rId35" Type="http://schemas.openxmlformats.org/officeDocument/2006/relationships/customXml" Target="../ink/ink16.xml"/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12" Type="http://schemas.openxmlformats.org/officeDocument/2006/relationships/image" Target="../media/image6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9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13" Type="http://schemas.openxmlformats.org/officeDocument/2006/relationships/image" Target="../media/image36.jpg"/><Relationship Id="rId3" Type="http://schemas.openxmlformats.org/officeDocument/2006/relationships/image" Target="../media/image27.jpg"/><Relationship Id="rId7" Type="http://schemas.openxmlformats.org/officeDocument/2006/relationships/image" Target="../media/image30.jpg"/><Relationship Id="rId12" Type="http://schemas.openxmlformats.org/officeDocument/2006/relationships/image" Target="../media/image3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jpg"/><Relationship Id="rId11" Type="http://schemas.openxmlformats.org/officeDocument/2006/relationships/image" Target="../media/image34.jpg"/><Relationship Id="rId5" Type="http://schemas.openxmlformats.org/officeDocument/2006/relationships/image" Target="../media/image1.jpg"/><Relationship Id="rId10" Type="http://schemas.openxmlformats.org/officeDocument/2006/relationships/image" Target="../media/image33.jpg"/><Relationship Id="rId4" Type="http://schemas.openxmlformats.org/officeDocument/2006/relationships/image" Target="../media/image28.jpg"/><Relationship Id="rId9" Type="http://schemas.openxmlformats.org/officeDocument/2006/relationships/image" Target="../media/image32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44.png"/><Relationship Id="rId3" Type="http://schemas.openxmlformats.org/officeDocument/2006/relationships/image" Target="../media/image22.jpg"/><Relationship Id="rId7" Type="http://schemas.openxmlformats.org/officeDocument/2006/relationships/image" Target="../media/image40.jpg"/><Relationship Id="rId12" Type="http://schemas.openxmlformats.org/officeDocument/2006/relationships/customXml" Target="../ink/ink2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jpg"/><Relationship Id="rId11" Type="http://schemas.openxmlformats.org/officeDocument/2006/relationships/image" Target="../media/image43.png"/><Relationship Id="rId5" Type="http://schemas.openxmlformats.org/officeDocument/2006/relationships/image" Target="../media/image38.jpg"/><Relationship Id="rId15" Type="http://schemas.openxmlformats.org/officeDocument/2006/relationships/image" Target="../media/image45.png"/><Relationship Id="rId10" Type="http://schemas.openxmlformats.org/officeDocument/2006/relationships/customXml" Target="../ink/ink21.xml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customXml" Target="../ink/ink2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45.jpg"/><Relationship Id="rId3" Type="http://schemas.openxmlformats.org/officeDocument/2006/relationships/image" Target="../media/image41.jpg"/><Relationship Id="rId7" Type="http://schemas.openxmlformats.org/officeDocument/2006/relationships/image" Target="../media/image49.png"/><Relationship Id="rId12" Type="http://schemas.openxmlformats.org/officeDocument/2006/relationships/image" Target="../media/image4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4.xml"/><Relationship Id="rId11" Type="http://schemas.openxmlformats.org/officeDocument/2006/relationships/image" Target="../media/image51.png"/><Relationship Id="rId5" Type="http://schemas.openxmlformats.org/officeDocument/2006/relationships/image" Target="../media/image43.jpg"/><Relationship Id="rId10" Type="http://schemas.openxmlformats.org/officeDocument/2006/relationships/customXml" Target="../ink/ink26.xml"/><Relationship Id="rId4" Type="http://schemas.openxmlformats.org/officeDocument/2006/relationships/image" Target="../media/image42.jpg"/><Relationship Id="rId9" Type="http://schemas.openxmlformats.org/officeDocument/2006/relationships/image" Target="../media/image50.png"/><Relationship Id="rId1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customXml" Target="../ink/ink31.xml"/><Relationship Id="rId18" Type="http://schemas.openxmlformats.org/officeDocument/2006/relationships/image" Target="../media/image61.png"/><Relationship Id="rId26" Type="http://schemas.openxmlformats.org/officeDocument/2006/relationships/image" Target="../media/image65.png"/><Relationship Id="rId3" Type="http://schemas.openxmlformats.org/officeDocument/2006/relationships/image" Target="../media/image1.jpg"/><Relationship Id="rId21" Type="http://schemas.openxmlformats.org/officeDocument/2006/relationships/customXml" Target="../ink/ink35.xml"/><Relationship Id="rId7" Type="http://schemas.openxmlformats.org/officeDocument/2006/relationships/customXml" Target="../ink/ink28.xml"/><Relationship Id="rId12" Type="http://schemas.openxmlformats.org/officeDocument/2006/relationships/image" Target="../media/image58.png"/><Relationship Id="rId17" Type="http://schemas.openxmlformats.org/officeDocument/2006/relationships/customXml" Target="../ink/ink33.xml"/><Relationship Id="rId25" Type="http://schemas.openxmlformats.org/officeDocument/2006/relationships/customXml" Target="../ink/ink37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0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11" Type="http://schemas.openxmlformats.org/officeDocument/2006/relationships/customXml" Target="../ink/ink30.xml"/><Relationship Id="rId24" Type="http://schemas.openxmlformats.org/officeDocument/2006/relationships/image" Target="../media/image64.png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23" Type="http://schemas.openxmlformats.org/officeDocument/2006/relationships/customXml" Target="../ink/ink36.xml"/><Relationship Id="rId28" Type="http://schemas.openxmlformats.org/officeDocument/2006/relationships/image" Target="../media/image66.png"/><Relationship Id="rId10" Type="http://schemas.openxmlformats.org/officeDocument/2006/relationships/image" Target="../media/image57.png"/><Relationship Id="rId19" Type="http://schemas.openxmlformats.org/officeDocument/2006/relationships/customXml" Target="../ink/ink34.xml"/><Relationship Id="rId4" Type="http://schemas.openxmlformats.org/officeDocument/2006/relationships/image" Target="../media/image46.jpg"/><Relationship Id="rId9" Type="http://schemas.openxmlformats.org/officeDocument/2006/relationships/customXml" Target="../ink/ink29.xml"/><Relationship Id="rId14" Type="http://schemas.openxmlformats.org/officeDocument/2006/relationships/image" Target="../media/image59.png"/><Relationship Id="rId22" Type="http://schemas.openxmlformats.org/officeDocument/2006/relationships/image" Target="../media/image63.png"/><Relationship Id="rId27" Type="http://schemas.openxmlformats.org/officeDocument/2006/relationships/customXml" Target="../ink/ink3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chart" Target="../charts/chart1.xml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2.xml"/><Relationship Id="rId5" Type="http://schemas.microsoft.com/office/2007/relationships/hdphoto" Target="../media/hdphoto1.wdp"/><Relationship Id="rId4" Type="http://schemas.openxmlformats.org/officeDocument/2006/relationships/image" Target="../media/image47.png"/><Relationship Id="rId9" Type="http://schemas.openxmlformats.org/officeDocument/2006/relationships/image" Target="../media/image4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50.jpg"/><Relationship Id="rId7" Type="http://schemas.openxmlformats.org/officeDocument/2006/relationships/customXml" Target="../ink/ink3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25.jpg"/><Relationship Id="rId9" Type="http://schemas.openxmlformats.org/officeDocument/2006/relationships/image" Target="../media/image51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22.jpg"/><Relationship Id="rId7" Type="http://schemas.openxmlformats.org/officeDocument/2006/relationships/customXml" Target="../ink/ink4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23.jpg"/><Relationship Id="rId7" Type="http://schemas.openxmlformats.org/officeDocument/2006/relationships/customXml" Target="../ink/ink4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8.xml"/><Relationship Id="rId5" Type="http://schemas.openxmlformats.org/officeDocument/2006/relationships/image" Target="../media/image53.png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2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4.png"/><Relationship Id="rId4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7" Type="http://schemas.openxmlformats.org/officeDocument/2006/relationships/image" Target="../media/image5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jpg"/><Relationship Id="rId5" Type="http://schemas.openxmlformats.org/officeDocument/2006/relationships/chart" Target="../charts/chart12.xml"/><Relationship Id="rId4" Type="http://schemas.openxmlformats.org/officeDocument/2006/relationships/image" Target="../media/image56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22.jpg"/><Relationship Id="rId7" Type="http://schemas.openxmlformats.org/officeDocument/2006/relationships/customXml" Target="../ink/ink43.xml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jpg"/><Relationship Id="rId11" Type="http://schemas.openxmlformats.org/officeDocument/2006/relationships/customXml" Target="../ink/ink45.xml"/><Relationship Id="rId5" Type="http://schemas.openxmlformats.org/officeDocument/2006/relationships/image" Target="../media/image68.png"/><Relationship Id="rId10" Type="http://schemas.openxmlformats.org/officeDocument/2006/relationships/image" Target="../media/image87.png"/><Relationship Id="rId4" Type="http://schemas.openxmlformats.org/officeDocument/2006/relationships/image" Target="../media/image67.png"/><Relationship Id="rId9" Type="http://schemas.openxmlformats.org/officeDocument/2006/relationships/customXml" Target="../ink/ink4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13" Type="http://schemas.openxmlformats.org/officeDocument/2006/relationships/image" Target="../media/image93.png"/><Relationship Id="rId18" Type="http://schemas.openxmlformats.org/officeDocument/2006/relationships/customXml" Target="../ink/ink52.xml"/><Relationship Id="rId3" Type="http://schemas.openxmlformats.org/officeDocument/2006/relationships/image" Target="../media/image70.png"/><Relationship Id="rId7" Type="http://schemas.openxmlformats.org/officeDocument/2006/relationships/image" Target="../media/image90.png"/><Relationship Id="rId12" Type="http://schemas.openxmlformats.org/officeDocument/2006/relationships/customXml" Target="../ink/ink49.xml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16.xml"/><Relationship Id="rId16" Type="http://schemas.openxmlformats.org/officeDocument/2006/relationships/customXml" Target="../ink/ink5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6.xml"/><Relationship Id="rId11" Type="http://schemas.openxmlformats.org/officeDocument/2006/relationships/image" Target="../media/image92.png"/><Relationship Id="rId5" Type="http://schemas.openxmlformats.org/officeDocument/2006/relationships/image" Target="../media/image1.jpg"/><Relationship Id="rId15" Type="http://schemas.openxmlformats.org/officeDocument/2006/relationships/image" Target="../media/image94.png"/><Relationship Id="rId10" Type="http://schemas.openxmlformats.org/officeDocument/2006/relationships/customXml" Target="../ink/ink48.xml"/><Relationship Id="rId19" Type="http://schemas.openxmlformats.org/officeDocument/2006/relationships/image" Target="../media/image96.png"/><Relationship Id="rId4" Type="http://schemas.microsoft.com/office/2007/relationships/hdphoto" Target="../media/hdphoto2.wdp"/><Relationship Id="rId9" Type="http://schemas.openxmlformats.org/officeDocument/2006/relationships/image" Target="../media/image91.png"/><Relationship Id="rId14" Type="http://schemas.openxmlformats.org/officeDocument/2006/relationships/customXml" Target="../ink/ink5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.xml"/><Relationship Id="rId13" Type="http://schemas.openxmlformats.org/officeDocument/2006/relationships/image" Target="../media/image101.png"/><Relationship Id="rId3" Type="http://schemas.openxmlformats.org/officeDocument/2006/relationships/image" Target="../media/image46.jpg"/><Relationship Id="rId7" Type="http://schemas.openxmlformats.org/officeDocument/2006/relationships/image" Target="../media/image72.jpg"/><Relationship Id="rId12" Type="http://schemas.openxmlformats.org/officeDocument/2006/relationships/customXml" Target="../ink/ink5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jpg"/><Relationship Id="rId11" Type="http://schemas.openxmlformats.org/officeDocument/2006/relationships/image" Target="../media/image100.png"/><Relationship Id="rId5" Type="http://schemas.openxmlformats.org/officeDocument/2006/relationships/image" Target="../media/image71.jpg"/><Relationship Id="rId15" Type="http://schemas.openxmlformats.org/officeDocument/2006/relationships/image" Target="../media/image102.png"/><Relationship Id="rId10" Type="http://schemas.openxmlformats.org/officeDocument/2006/relationships/customXml" Target="../ink/ink54.xml"/><Relationship Id="rId4" Type="http://schemas.openxmlformats.org/officeDocument/2006/relationships/image" Target="../media/image1.jpg"/><Relationship Id="rId9" Type="http://schemas.openxmlformats.org/officeDocument/2006/relationships/image" Target="../media/image99.png"/><Relationship Id="rId14" Type="http://schemas.openxmlformats.org/officeDocument/2006/relationships/customXml" Target="../ink/ink5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jpg"/><Relationship Id="rId4" Type="http://schemas.microsoft.com/office/2007/relationships/hdphoto" Target="../media/hdphoto3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7" Type="http://schemas.openxmlformats.org/officeDocument/2006/relationships/image" Target="../media/image76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microsoft.com/office/2007/relationships/hdphoto" Target="../media/hdphoto4.wdp"/><Relationship Id="rId5" Type="http://schemas.openxmlformats.org/officeDocument/2006/relationships/image" Target="../media/image75.png"/><Relationship Id="rId4" Type="http://schemas.openxmlformats.org/officeDocument/2006/relationships/image" Target="../media/image2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Relationship Id="rId5" Type="http://schemas.openxmlformats.org/officeDocument/2006/relationships/image" Target="../media/image76.svg"/><Relationship Id="rId4" Type="http://schemas.openxmlformats.org/officeDocument/2006/relationships/image" Target="../media/image2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svg"/><Relationship Id="rId5" Type="http://schemas.openxmlformats.org/officeDocument/2006/relationships/hyperlink" Target="https://github.com/Ing-chan/progettoHCI/tree/main/Foto%20intervista%201" TargetMode="External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7" Type="http://schemas.openxmlformats.org/officeDocument/2006/relationships/image" Target="../media/image76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microsoft.com/office/2007/relationships/hdphoto" Target="../media/hdphoto4.wdp"/><Relationship Id="rId5" Type="http://schemas.openxmlformats.org/officeDocument/2006/relationships/image" Target="../media/image75.png"/><Relationship Id="rId4" Type="http://schemas.openxmlformats.org/officeDocument/2006/relationships/image" Target="../media/image2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svg"/><Relationship Id="rId5" Type="http://schemas.openxmlformats.org/officeDocument/2006/relationships/hyperlink" Target="https://github.com/Ing-chan/progettoHCI/tree/main/Foto%20intervista%201" TargetMode="External"/><Relationship Id="rId4" Type="http://schemas.openxmlformats.org/officeDocument/2006/relationships/image" Target="../media/image2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7" Type="http://schemas.openxmlformats.org/officeDocument/2006/relationships/image" Target="../media/image79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microsoft.com/office/2007/relationships/hdphoto" Target="../media/hdphoto4.wdp"/><Relationship Id="rId5" Type="http://schemas.openxmlformats.org/officeDocument/2006/relationships/image" Target="../media/image75.png"/><Relationship Id="rId4" Type="http://schemas.openxmlformats.org/officeDocument/2006/relationships/image" Target="../media/image2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Relationship Id="rId5" Type="http://schemas.openxmlformats.org/officeDocument/2006/relationships/image" Target="../media/image79.svg"/><Relationship Id="rId4" Type="http://schemas.openxmlformats.org/officeDocument/2006/relationships/image" Target="../media/image2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7" Type="http://schemas.microsoft.com/office/2007/relationships/hdphoto" Target="../media/hdphoto4.wdp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5" Type="http://schemas.openxmlformats.org/officeDocument/2006/relationships/image" Target="../media/image79.svg"/><Relationship Id="rId4" Type="http://schemas.openxmlformats.org/officeDocument/2006/relationships/image" Target="../media/image2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Relationship Id="rId5" Type="http://schemas.openxmlformats.org/officeDocument/2006/relationships/image" Target="../media/image79.svg"/><Relationship Id="rId4" Type="http://schemas.openxmlformats.org/officeDocument/2006/relationships/image" Target="../media/image25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8.xml"/><Relationship Id="rId13" Type="http://schemas.openxmlformats.org/officeDocument/2006/relationships/image" Target="../media/image83.png"/><Relationship Id="rId18" Type="http://schemas.openxmlformats.org/officeDocument/2006/relationships/customXml" Target="../ink/ink63.xml"/><Relationship Id="rId26" Type="http://schemas.openxmlformats.org/officeDocument/2006/relationships/customXml" Target="../ink/ink67.xml"/><Relationship Id="rId3" Type="http://schemas.openxmlformats.org/officeDocument/2006/relationships/image" Target="../media/image1.jpg"/><Relationship Id="rId21" Type="http://schemas.openxmlformats.org/officeDocument/2006/relationships/image" Target="../media/image89.png"/><Relationship Id="rId7" Type="http://schemas.openxmlformats.org/officeDocument/2006/relationships/image" Target="../media/image111.png"/><Relationship Id="rId12" Type="http://schemas.openxmlformats.org/officeDocument/2006/relationships/customXml" Target="../ink/ink60.xml"/><Relationship Id="rId17" Type="http://schemas.openxmlformats.org/officeDocument/2006/relationships/image" Target="../media/image14.png"/><Relationship Id="rId25" Type="http://schemas.openxmlformats.org/officeDocument/2006/relationships/image" Target="../media/image119.png"/><Relationship Id="rId2" Type="http://schemas.openxmlformats.org/officeDocument/2006/relationships/notesSlide" Target="../notesSlides/notesSlide29.xml"/><Relationship Id="rId16" Type="http://schemas.openxmlformats.org/officeDocument/2006/relationships/customXml" Target="../ink/ink62.xml"/><Relationship Id="rId20" Type="http://schemas.openxmlformats.org/officeDocument/2006/relationships/customXml" Target="../ink/ink64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57.xml"/><Relationship Id="rId11" Type="http://schemas.openxmlformats.org/officeDocument/2006/relationships/image" Target="../media/image113.png"/><Relationship Id="rId24" Type="http://schemas.openxmlformats.org/officeDocument/2006/relationships/customXml" Target="../ink/ink66.xml"/><Relationship Id="rId5" Type="http://schemas.openxmlformats.org/officeDocument/2006/relationships/image" Target="../media/image81.jpg"/><Relationship Id="rId15" Type="http://schemas.openxmlformats.org/officeDocument/2006/relationships/image" Target="../media/image84.png"/><Relationship Id="rId23" Type="http://schemas.openxmlformats.org/officeDocument/2006/relationships/image" Target="../media/image97.png"/><Relationship Id="rId10" Type="http://schemas.openxmlformats.org/officeDocument/2006/relationships/customXml" Target="../ink/ink59.xml"/><Relationship Id="rId19" Type="http://schemas.openxmlformats.org/officeDocument/2006/relationships/image" Target="../media/image85.png"/><Relationship Id="rId4" Type="http://schemas.openxmlformats.org/officeDocument/2006/relationships/image" Target="../media/image80.png"/><Relationship Id="rId9" Type="http://schemas.openxmlformats.org/officeDocument/2006/relationships/image" Target="../media/image82.png"/><Relationship Id="rId14" Type="http://schemas.openxmlformats.org/officeDocument/2006/relationships/customXml" Target="../ink/ink61.xml"/><Relationship Id="rId22" Type="http://schemas.openxmlformats.org/officeDocument/2006/relationships/customXml" Target="../ink/ink65.xml"/><Relationship Id="rId27" Type="http://schemas.openxmlformats.org/officeDocument/2006/relationships/image" Target="../media/image12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3" Type="http://schemas.openxmlformats.org/officeDocument/2006/relationships/image" Target="../media/image98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8.xml"/><Relationship Id="rId5" Type="http://schemas.openxmlformats.org/officeDocument/2006/relationships/image" Target="../media/image25.jpg"/><Relationship Id="rId4" Type="http://schemas.microsoft.com/office/2007/relationships/hdphoto" Target="../media/hdphoto5.wdp"/><Relationship Id="rId9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.jpg"/><Relationship Id="rId5" Type="http://schemas.openxmlformats.org/officeDocument/2006/relationships/image" Target="../media/image99.jp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ttangolo 107">
            <a:extLst>
              <a:ext uri="{FF2B5EF4-FFF2-40B4-BE49-F238E27FC236}">
                <a16:creationId xmlns:a16="http://schemas.microsoft.com/office/drawing/2014/main" id="{3DDEF70B-46BF-4F8F-95FC-B30E46B4DB17}"/>
              </a:ext>
            </a:extLst>
          </p:cNvPr>
          <p:cNvSpPr/>
          <p:nvPr/>
        </p:nvSpPr>
        <p:spPr>
          <a:xfrm>
            <a:off x="215023" y="-15658"/>
            <a:ext cx="2050635" cy="689974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D7C1D60F-3C50-2347-AEA6-3D3ECC26C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647" y="-36279"/>
            <a:ext cx="4600353" cy="68942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4" name="Input penna 33">
                <a:extLst>
                  <a:ext uri="{FF2B5EF4-FFF2-40B4-BE49-F238E27FC236}">
                    <a16:creationId xmlns:a16="http://schemas.microsoft.com/office/drawing/2014/main" id="{65E64D50-F512-D1BC-35DF-9E88950B5E11}"/>
                  </a:ext>
                </a:extLst>
              </p14:cNvPr>
              <p14:cNvContentPartPr/>
              <p14:nvPr/>
            </p14:nvContentPartPr>
            <p14:xfrm>
              <a:off x="9643387" y="3242696"/>
              <a:ext cx="330120" cy="276480"/>
            </p14:xfrm>
          </p:contentPart>
        </mc:Choice>
        <mc:Fallback xmlns="">
          <p:pic>
            <p:nvPicPr>
              <p:cNvPr id="34" name="Input penna 33">
                <a:extLst>
                  <a:ext uri="{FF2B5EF4-FFF2-40B4-BE49-F238E27FC236}">
                    <a16:creationId xmlns:a16="http://schemas.microsoft.com/office/drawing/2014/main" id="{65E64D50-F512-D1BC-35DF-9E88950B5E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25387" y="3225056"/>
                <a:ext cx="36576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put penna 36">
                <a:extLst>
                  <a:ext uri="{FF2B5EF4-FFF2-40B4-BE49-F238E27FC236}">
                    <a16:creationId xmlns:a16="http://schemas.microsoft.com/office/drawing/2014/main" id="{C41E63EF-6E8C-9864-B7A7-086743403D2E}"/>
                  </a:ext>
                </a:extLst>
              </p14:cNvPr>
              <p14:cNvContentPartPr/>
              <p14:nvPr/>
            </p14:nvContentPartPr>
            <p14:xfrm>
              <a:off x="9622147" y="3710696"/>
              <a:ext cx="1148760" cy="532080"/>
            </p14:xfrm>
          </p:contentPart>
        </mc:Choice>
        <mc:Fallback xmlns="">
          <p:pic>
            <p:nvPicPr>
              <p:cNvPr id="37" name="Input penna 36">
                <a:extLst>
                  <a:ext uri="{FF2B5EF4-FFF2-40B4-BE49-F238E27FC236}">
                    <a16:creationId xmlns:a16="http://schemas.microsoft.com/office/drawing/2014/main" id="{C41E63EF-6E8C-9864-B7A7-086743403D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04507" y="3692696"/>
                <a:ext cx="118440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9" name="Input penna 38">
                <a:extLst>
                  <a:ext uri="{FF2B5EF4-FFF2-40B4-BE49-F238E27FC236}">
                    <a16:creationId xmlns:a16="http://schemas.microsoft.com/office/drawing/2014/main" id="{E1949E34-3A04-DD5F-690F-370ADF4C93EF}"/>
                  </a:ext>
                </a:extLst>
              </p14:cNvPr>
              <p14:cNvContentPartPr/>
              <p14:nvPr/>
            </p14:nvContentPartPr>
            <p14:xfrm>
              <a:off x="8569507" y="1190696"/>
              <a:ext cx="372600" cy="330120"/>
            </p14:xfrm>
          </p:contentPart>
        </mc:Choice>
        <mc:Fallback xmlns="">
          <p:pic>
            <p:nvPicPr>
              <p:cNvPr id="39" name="Input penna 38">
                <a:extLst>
                  <a:ext uri="{FF2B5EF4-FFF2-40B4-BE49-F238E27FC236}">
                    <a16:creationId xmlns:a16="http://schemas.microsoft.com/office/drawing/2014/main" id="{E1949E34-3A04-DD5F-690F-370ADF4C93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51867" y="1172696"/>
                <a:ext cx="40824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1" name="Input penna 40">
                <a:extLst>
                  <a:ext uri="{FF2B5EF4-FFF2-40B4-BE49-F238E27FC236}">
                    <a16:creationId xmlns:a16="http://schemas.microsoft.com/office/drawing/2014/main" id="{9B13EB47-D289-9979-77CE-2511D045162C}"/>
                  </a:ext>
                </a:extLst>
              </p14:cNvPr>
              <p14:cNvContentPartPr/>
              <p14:nvPr/>
            </p14:nvContentPartPr>
            <p14:xfrm>
              <a:off x="8654467" y="988736"/>
              <a:ext cx="298080" cy="989280"/>
            </p14:xfrm>
          </p:contentPart>
        </mc:Choice>
        <mc:Fallback xmlns="">
          <p:pic>
            <p:nvPicPr>
              <p:cNvPr id="41" name="Input penna 40">
                <a:extLst>
                  <a:ext uri="{FF2B5EF4-FFF2-40B4-BE49-F238E27FC236}">
                    <a16:creationId xmlns:a16="http://schemas.microsoft.com/office/drawing/2014/main" id="{9B13EB47-D289-9979-77CE-2511D045162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36467" y="970736"/>
                <a:ext cx="333720" cy="10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3" name="Input penna 42">
                <a:extLst>
                  <a:ext uri="{FF2B5EF4-FFF2-40B4-BE49-F238E27FC236}">
                    <a16:creationId xmlns:a16="http://schemas.microsoft.com/office/drawing/2014/main" id="{0E303890-1DB8-1EBE-B445-AC715011D0E5}"/>
                  </a:ext>
                </a:extLst>
              </p14:cNvPr>
              <p14:cNvContentPartPr/>
              <p14:nvPr/>
            </p14:nvContentPartPr>
            <p14:xfrm>
              <a:off x="11174467" y="265496"/>
              <a:ext cx="797760" cy="1669320"/>
            </p14:xfrm>
          </p:contentPart>
        </mc:Choice>
        <mc:Fallback xmlns="">
          <p:pic>
            <p:nvPicPr>
              <p:cNvPr id="43" name="Input penna 42">
                <a:extLst>
                  <a:ext uri="{FF2B5EF4-FFF2-40B4-BE49-F238E27FC236}">
                    <a16:creationId xmlns:a16="http://schemas.microsoft.com/office/drawing/2014/main" id="{0E303890-1DB8-1EBE-B445-AC715011D0E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156827" y="247856"/>
                <a:ext cx="833400" cy="170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5" name="Input penna 44">
                <a:extLst>
                  <a:ext uri="{FF2B5EF4-FFF2-40B4-BE49-F238E27FC236}">
                    <a16:creationId xmlns:a16="http://schemas.microsoft.com/office/drawing/2014/main" id="{77A607E7-2AD1-7FBE-0218-A636B7DC40FF}"/>
                  </a:ext>
                </a:extLst>
              </p14:cNvPr>
              <p14:cNvContentPartPr/>
              <p14:nvPr/>
            </p14:nvContentPartPr>
            <p14:xfrm>
              <a:off x="9941107" y="829256"/>
              <a:ext cx="946800" cy="1010520"/>
            </p14:xfrm>
          </p:contentPart>
        </mc:Choice>
        <mc:Fallback xmlns="">
          <p:pic>
            <p:nvPicPr>
              <p:cNvPr id="45" name="Input penna 44">
                <a:extLst>
                  <a:ext uri="{FF2B5EF4-FFF2-40B4-BE49-F238E27FC236}">
                    <a16:creationId xmlns:a16="http://schemas.microsoft.com/office/drawing/2014/main" id="{77A607E7-2AD1-7FBE-0218-A636B7DC40F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23107" y="811256"/>
                <a:ext cx="982440" cy="10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9" name="Input penna 48">
                <a:extLst>
                  <a:ext uri="{FF2B5EF4-FFF2-40B4-BE49-F238E27FC236}">
                    <a16:creationId xmlns:a16="http://schemas.microsoft.com/office/drawing/2014/main" id="{23AF1C36-9326-B1EE-C55C-27EF57E9EABC}"/>
                  </a:ext>
                </a:extLst>
              </p14:cNvPr>
              <p14:cNvContentPartPr/>
              <p14:nvPr/>
            </p14:nvContentPartPr>
            <p14:xfrm>
              <a:off x="8559067" y="3965936"/>
              <a:ext cx="659520" cy="797760"/>
            </p14:xfrm>
          </p:contentPart>
        </mc:Choice>
        <mc:Fallback xmlns="">
          <p:pic>
            <p:nvPicPr>
              <p:cNvPr id="49" name="Input penna 48">
                <a:extLst>
                  <a:ext uri="{FF2B5EF4-FFF2-40B4-BE49-F238E27FC236}">
                    <a16:creationId xmlns:a16="http://schemas.microsoft.com/office/drawing/2014/main" id="{23AF1C36-9326-B1EE-C55C-27EF57E9EAB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41067" y="3948296"/>
                <a:ext cx="695160" cy="83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1" name="Input penna 50">
                <a:extLst>
                  <a:ext uri="{FF2B5EF4-FFF2-40B4-BE49-F238E27FC236}">
                    <a16:creationId xmlns:a16="http://schemas.microsoft.com/office/drawing/2014/main" id="{8CB631EF-81B4-0BC4-FB96-8B4CFED5ED7E}"/>
                  </a:ext>
                </a:extLst>
              </p14:cNvPr>
              <p14:cNvContentPartPr/>
              <p14:nvPr/>
            </p14:nvContentPartPr>
            <p14:xfrm>
              <a:off x="8038147" y="3657416"/>
              <a:ext cx="468000" cy="1265400"/>
            </p14:xfrm>
          </p:contentPart>
        </mc:Choice>
        <mc:Fallback xmlns="">
          <p:pic>
            <p:nvPicPr>
              <p:cNvPr id="51" name="Input penna 50">
                <a:extLst>
                  <a:ext uri="{FF2B5EF4-FFF2-40B4-BE49-F238E27FC236}">
                    <a16:creationId xmlns:a16="http://schemas.microsoft.com/office/drawing/2014/main" id="{8CB631EF-81B4-0BC4-FB96-8B4CFED5ED7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020133" y="3639411"/>
                <a:ext cx="503667" cy="1301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7" name="Input penna 66">
                <a:extLst>
                  <a:ext uri="{FF2B5EF4-FFF2-40B4-BE49-F238E27FC236}">
                    <a16:creationId xmlns:a16="http://schemas.microsoft.com/office/drawing/2014/main" id="{7FFE19FD-7092-B09D-1975-B5D75A38B97A}"/>
                  </a:ext>
                </a:extLst>
              </p14:cNvPr>
              <p14:cNvContentPartPr/>
              <p14:nvPr/>
            </p14:nvContentPartPr>
            <p14:xfrm>
              <a:off x="9962347" y="6070856"/>
              <a:ext cx="617040" cy="360"/>
            </p14:xfrm>
          </p:contentPart>
        </mc:Choice>
        <mc:Fallback xmlns="">
          <p:pic>
            <p:nvPicPr>
              <p:cNvPr id="67" name="Input penna 66">
                <a:extLst>
                  <a:ext uri="{FF2B5EF4-FFF2-40B4-BE49-F238E27FC236}">
                    <a16:creationId xmlns:a16="http://schemas.microsoft.com/office/drawing/2014/main" id="{7FFE19FD-7092-B09D-1975-B5D75A38B97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944707" y="6053216"/>
                <a:ext cx="652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9" name="Input penna 68">
                <a:extLst>
                  <a:ext uri="{FF2B5EF4-FFF2-40B4-BE49-F238E27FC236}">
                    <a16:creationId xmlns:a16="http://schemas.microsoft.com/office/drawing/2014/main" id="{94A33125-C39C-91F5-D2B3-387A7219E5C8}"/>
                  </a:ext>
                </a:extLst>
              </p14:cNvPr>
              <p14:cNvContentPartPr/>
              <p14:nvPr/>
            </p14:nvContentPartPr>
            <p14:xfrm>
              <a:off x="10781347" y="5879696"/>
              <a:ext cx="191880" cy="191880"/>
            </p14:xfrm>
          </p:contentPart>
        </mc:Choice>
        <mc:Fallback xmlns="">
          <p:pic>
            <p:nvPicPr>
              <p:cNvPr id="69" name="Input penna 68">
                <a:extLst>
                  <a:ext uri="{FF2B5EF4-FFF2-40B4-BE49-F238E27FC236}">
                    <a16:creationId xmlns:a16="http://schemas.microsoft.com/office/drawing/2014/main" id="{94A33125-C39C-91F5-D2B3-387A7219E5C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763347" y="5861696"/>
                <a:ext cx="2275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1" name="Input penna 70">
                <a:extLst>
                  <a:ext uri="{FF2B5EF4-FFF2-40B4-BE49-F238E27FC236}">
                    <a16:creationId xmlns:a16="http://schemas.microsoft.com/office/drawing/2014/main" id="{8A64C58E-7B8A-9210-5262-2B1CD7E664B9}"/>
                  </a:ext>
                </a:extLst>
              </p14:cNvPr>
              <p14:cNvContentPartPr/>
              <p14:nvPr/>
            </p14:nvContentPartPr>
            <p14:xfrm>
              <a:off x="11440507" y="3434216"/>
              <a:ext cx="383040" cy="542880"/>
            </p14:xfrm>
          </p:contentPart>
        </mc:Choice>
        <mc:Fallback xmlns="">
          <p:pic>
            <p:nvPicPr>
              <p:cNvPr id="71" name="Input penna 70">
                <a:extLst>
                  <a:ext uri="{FF2B5EF4-FFF2-40B4-BE49-F238E27FC236}">
                    <a16:creationId xmlns:a16="http://schemas.microsoft.com/office/drawing/2014/main" id="{8A64C58E-7B8A-9210-5262-2B1CD7E664B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422507" y="3416216"/>
                <a:ext cx="418680" cy="578520"/>
              </a:xfrm>
              <a:prstGeom prst="rect">
                <a:avLst/>
              </a:prstGeom>
            </p:spPr>
          </p:pic>
        </mc:Fallback>
      </mc:AlternateContent>
      <p:sp>
        <p:nvSpPr>
          <p:cNvPr id="109" name="Rettangolo 108">
            <a:extLst>
              <a:ext uri="{FF2B5EF4-FFF2-40B4-BE49-F238E27FC236}">
                <a16:creationId xmlns:a16="http://schemas.microsoft.com/office/drawing/2014/main" id="{4522B88D-B90F-BC2B-3415-612E62292DE9}"/>
              </a:ext>
            </a:extLst>
          </p:cNvPr>
          <p:cNvSpPr/>
          <p:nvPr/>
        </p:nvSpPr>
        <p:spPr>
          <a:xfrm>
            <a:off x="576036" y="-36279"/>
            <a:ext cx="1976181" cy="6920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2" name="Input penna 71">
                <a:extLst>
                  <a:ext uri="{FF2B5EF4-FFF2-40B4-BE49-F238E27FC236}">
                    <a16:creationId xmlns:a16="http://schemas.microsoft.com/office/drawing/2014/main" id="{0CB14102-A98D-B409-7CC2-B371AE8496E4}"/>
                  </a:ext>
                </a:extLst>
              </p14:cNvPr>
              <p14:cNvContentPartPr/>
              <p14:nvPr/>
            </p14:nvContentPartPr>
            <p14:xfrm>
              <a:off x="9994387" y="2519816"/>
              <a:ext cx="360" cy="360"/>
            </p14:xfrm>
          </p:contentPart>
        </mc:Choice>
        <mc:Fallback xmlns="">
          <p:pic>
            <p:nvPicPr>
              <p:cNvPr id="72" name="Input penna 71">
                <a:extLst>
                  <a:ext uri="{FF2B5EF4-FFF2-40B4-BE49-F238E27FC236}">
                    <a16:creationId xmlns:a16="http://schemas.microsoft.com/office/drawing/2014/main" id="{0CB14102-A98D-B409-7CC2-B371AE8496E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976747" y="250181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8" name="Input penna 77">
                <a:extLst>
                  <a:ext uri="{FF2B5EF4-FFF2-40B4-BE49-F238E27FC236}">
                    <a16:creationId xmlns:a16="http://schemas.microsoft.com/office/drawing/2014/main" id="{80621ACA-0123-469D-C51C-7F450021AC46}"/>
                  </a:ext>
                </a:extLst>
              </p14:cNvPr>
              <p14:cNvContentPartPr/>
              <p14:nvPr/>
            </p14:nvContentPartPr>
            <p14:xfrm>
              <a:off x="9663187" y="1721696"/>
              <a:ext cx="460800" cy="513000"/>
            </p14:xfrm>
          </p:contentPart>
        </mc:Choice>
        <mc:Fallback xmlns="">
          <p:pic>
            <p:nvPicPr>
              <p:cNvPr id="78" name="Input penna 77">
                <a:extLst>
                  <a:ext uri="{FF2B5EF4-FFF2-40B4-BE49-F238E27FC236}">
                    <a16:creationId xmlns:a16="http://schemas.microsoft.com/office/drawing/2014/main" id="{80621ACA-0123-469D-C51C-7F450021AC4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645547" y="1703696"/>
                <a:ext cx="496440" cy="5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2" name="Input penna 81">
                <a:extLst>
                  <a:ext uri="{FF2B5EF4-FFF2-40B4-BE49-F238E27FC236}">
                    <a16:creationId xmlns:a16="http://schemas.microsoft.com/office/drawing/2014/main" id="{05A62E46-5704-8B03-7B05-63AEAC6AE271}"/>
                  </a:ext>
                </a:extLst>
              </p14:cNvPr>
              <p14:cNvContentPartPr/>
              <p14:nvPr/>
            </p14:nvContentPartPr>
            <p14:xfrm>
              <a:off x="9792427" y="1445936"/>
              <a:ext cx="50400" cy="137160"/>
            </p14:xfrm>
          </p:contentPart>
        </mc:Choice>
        <mc:Fallback xmlns="">
          <p:pic>
            <p:nvPicPr>
              <p:cNvPr id="82" name="Input penna 81">
                <a:extLst>
                  <a:ext uri="{FF2B5EF4-FFF2-40B4-BE49-F238E27FC236}">
                    <a16:creationId xmlns:a16="http://schemas.microsoft.com/office/drawing/2014/main" id="{05A62E46-5704-8B03-7B05-63AEAC6AE27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774427" y="1427936"/>
                <a:ext cx="860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3" name="Input penna 82">
                <a:extLst>
                  <a:ext uri="{FF2B5EF4-FFF2-40B4-BE49-F238E27FC236}">
                    <a16:creationId xmlns:a16="http://schemas.microsoft.com/office/drawing/2014/main" id="{8FC160AC-5C33-D02B-C226-9E62E7408D24}"/>
                  </a:ext>
                </a:extLst>
              </p14:cNvPr>
              <p14:cNvContentPartPr/>
              <p14:nvPr/>
            </p14:nvContentPartPr>
            <p14:xfrm>
              <a:off x="10111387" y="1534136"/>
              <a:ext cx="120960" cy="103320"/>
            </p14:xfrm>
          </p:contentPart>
        </mc:Choice>
        <mc:Fallback xmlns="">
          <p:pic>
            <p:nvPicPr>
              <p:cNvPr id="83" name="Input penna 82">
                <a:extLst>
                  <a:ext uri="{FF2B5EF4-FFF2-40B4-BE49-F238E27FC236}">
                    <a16:creationId xmlns:a16="http://schemas.microsoft.com/office/drawing/2014/main" id="{8FC160AC-5C33-D02B-C226-9E62E7408D2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093387" y="1516496"/>
                <a:ext cx="1566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5" name="Input penna 84">
                <a:extLst>
                  <a:ext uri="{FF2B5EF4-FFF2-40B4-BE49-F238E27FC236}">
                    <a16:creationId xmlns:a16="http://schemas.microsoft.com/office/drawing/2014/main" id="{95FC3ADD-0CC5-21F7-77A8-271D932461DA}"/>
                  </a:ext>
                </a:extLst>
              </p14:cNvPr>
              <p14:cNvContentPartPr/>
              <p14:nvPr/>
            </p14:nvContentPartPr>
            <p14:xfrm>
              <a:off x="10366627" y="2020136"/>
              <a:ext cx="181080" cy="360"/>
            </p14:xfrm>
          </p:contentPart>
        </mc:Choice>
        <mc:Fallback xmlns="">
          <p:pic>
            <p:nvPicPr>
              <p:cNvPr id="85" name="Input penna 84">
                <a:extLst>
                  <a:ext uri="{FF2B5EF4-FFF2-40B4-BE49-F238E27FC236}">
                    <a16:creationId xmlns:a16="http://schemas.microsoft.com/office/drawing/2014/main" id="{95FC3ADD-0CC5-21F7-77A8-271D932461D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348627" y="2002136"/>
                <a:ext cx="21672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DA81E1B2-CBE3-2144-CA93-BA1A40BA40A5}"/>
              </a:ext>
            </a:extLst>
          </p:cNvPr>
          <p:cNvSpPr txBox="1"/>
          <p:nvPr/>
        </p:nvSpPr>
        <p:spPr>
          <a:xfrm>
            <a:off x="10771141" y="295772"/>
            <a:ext cx="73152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chi</a:t>
            </a:r>
            <a:endParaRPr lang="it-IT" sz="2800" dirty="0"/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8FB680C4-19FF-D1BC-7B22-BDF399872120}"/>
              </a:ext>
            </a:extLst>
          </p:cNvPr>
          <p:cNvSpPr txBox="1"/>
          <p:nvPr/>
        </p:nvSpPr>
        <p:spPr>
          <a:xfrm>
            <a:off x="11240707" y="1084970"/>
            <a:ext cx="73152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c'è</a:t>
            </a:r>
            <a:endParaRPr lang="it-IT" sz="2800" dirty="0"/>
          </a:p>
        </p:txBody>
      </p:sp>
      <p:sp>
        <p:nvSpPr>
          <p:cNvPr id="88" name="CasellaDiTesto 87">
            <a:extLst>
              <a:ext uri="{FF2B5EF4-FFF2-40B4-BE49-F238E27FC236}">
                <a16:creationId xmlns:a16="http://schemas.microsoft.com/office/drawing/2014/main" id="{8049D5B9-5E9F-EFDB-9977-F1785BBA4D9B}"/>
              </a:ext>
            </a:extLst>
          </p:cNvPr>
          <p:cNvSpPr txBox="1"/>
          <p:nvPr/>
        </p:nvSpPr>
        <p:spPr>
          <a:xfrm>
            <a:off x="7931910" y="4028506"/>
            <a:ext cx="164779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dall'altra</a:t>
            </a:r>
            <a:endParaRPr lang="it-IT" sz="2800" dirty="0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57C02B28-00C0-D3B2-FA17-9D1DBC50D588}"/>
              </a:ext>
            </a:extLst>
          </p:cNvPr>
          <p:cNvSpPr txBox="1"/>
          <p:nvPr/>
        </p:nvSpPr>
        <p:spPr>
          <a:xfrm>
            <a:off x="8839290" y="5043137"/>
            <a:ext cx="128469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parte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</a:t>
            </a:r>
            <a:endParaRPr lang="it-IT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5" name="Input penna 94">
                <a:extLst>
                  <a:ext uri="{FF2B5EF4-FFF2-40B4-BE49-F238E27FC236}">
                    <a16:creationId xmlns:a16="http://schemas.microsoft.com/office/drawing/2014/main" id="{EBF149DF-67B9-396E-7A61-11023A72085F}"/>
                  </a:ext>
                </a:extLst>
              </p14:cNvPr>
              <p14:cNvContentPartPr/>
              <p14:nvPr/>
            </p14:nvContentPartPr>
            <p14:xfrm>
              <a:off x="9643387" y="2435894"/>
              <a:ext cx="22680" cy="116280"/>
            </p14:xfrm>
          </p:contentPart>
        </mc:Choice>
        <mc:Fallback xmlns="">
          <p:pic>
            <p:nvPicPr>
              <p:cNvPr id="95" name="Input penna 94">
                <a:extLst>
                  <a:ext uri="{FF2B5EF4-FFF2-40B4-BE49-F238E27FC236}">
                    <a16:creationId xmlns:a16="http://schemas.microsoft.com/office/drawing/2014/main" id="{EBF149DF-67B9-396E-7A61-11023A72085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625747" y="2417894"/>
                <a:ext cx="583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6" name="Input penna 95">
                <a:extLst>
                  <a:ext uri="{FF2B5EF4-FFF2-40B4-BE49-F238E27FC236}">
                    <a16:creationId xmlns:a16="http://schemas.microsoft.com/office/drawing/2014/main" id="{51C26983-B178-D1F8-7A51-AD2F614A56C4}"/>
                  </a:ext>
                </a:extLst>
              </p14:cNvPr>
              <p14:cNvContentPartPr/>
              <p14:nvPr/>
            </p14:nvContentPartPr>
            <p14:xfrm>
              <a:off x="10217587" y="2254094"/>
              <a:ext cx="161280" cy="110160"/>
            </p14:xfrm>
          </p:contentPart>
        </mc:Choice>
        <mc:Fallback xmlns="">
          <p:pic>
            <p:nvPicPr>
              <p:cNvPr id="96" name="Input penna 95">
                <a:extLst>
                  <a:ext uri="{FF2B5EF4-FFF2-40B4-BE49-F238E27FC236}">
                    <a16:creationId xmlns:a16="http://schemas.microsoft.com/office/drawing/2014/main" id="{51C26983-B178-D1F8-7A51-AD2F614A56C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199947" y="2236094"/>
                <a:ext cx="196920" cy="145800"/>
              </a:xfrm>
              <a:prstGeom prst="rect">
                <a:avLst/>
              </a:prstGeom>
            </p:spPr>
          </p:pic>
        </mc:Fallback>
      </mc:AlternateContent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B37B73BC-790E-425E-767E-19CD866195C0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1</a:t>
            </a:fld>
            <a:endParaRPr lang="en-US" dirty="0"/>
          </a:p>
        </p:txBody>
      </p:sp>
      <p:pic>
        <p:nvPicPr>
          <p:cNvPr id="6" name="Image 0" descr="/home/claude/work/build/assets/d0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-1626563" y="1200269"/>
            <a:ext cx="8686800" cy="2148840"/>
          </a:xfrm>
          <a:prstGeom prst="rect">
            <a:avLst/>
          </a:prstGeom>
        </p:spPr>
      </p:pic>
      <p:sp>
        <p:nvSpPr>
          <p:cNvPr id="5" name="Text 3"/>
          <p:cNvSpPr txBox="1"/>
          <p:nvPr/>
        </p:nvSpPr>
        <p:spPr>
          <a:xfrm>
            <a:off x="647347" y="19202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8400" b="1" kern="0" spc="-4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needfinding</a:t>
            </a:r>
            <a:endParaRPr lang="en-US" sz="8400" dirty="0"/>
          </a:p>
        </p:txBody>
      </p:sp>
      <p:sp>
        <p:nvSpPr>
          <p:cNvPr id="9" name="Text 5"/>
          <p:cNvSpPr txBox="1"/>
          <p:nvPr/>
        </p:nvSpPr>
        <p:spPr>
          <a:xfrm>
            <a:off x="793890" y="3305962"/>
            <a:ext cx="56069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Adescamento online e deepfake tra gli adolescenti: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600" dirty="0" err="1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cosa</a:t>
            </a: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sanno, cosa vivono, a chi chiedono aiuto.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25E9-3A8B-0FDE-DD62-BBAE345F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ttangolo 107">
            <a:extLst>
              <a:ext uri="{FF2B5EF4-FFF2-40B4-BE49-F238E27FC236}">
                <a16:creationId xmlns:a16="http://schemas.microsoft.com/office/drawing/2014/main" id="{D6DA1F0D-6E37-5C20-CB23-24D29B8D8E43}"/>
              </a:ext>
            </a:extLst>
          </p:cNvPr>
          <p:cNvSpPr/>
          <p:nvPr/>
        </p:nvSpPr>
        <p:spPr>
          <a:xfrm>
            <a:off x="4657287" y="0"/>
            <a:ext cx="6406953" cy="686346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447242-F6F2-6E9A-EA1E-C9A65B15F50F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4D3BD8AB-3D90-1F2B-4803-5B8C940FC4BE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2</a:t>
            </a:fld>
            <a:endParaRPr lang="en-US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AC549C36-05C6-4772-159B-13BA6B1EAAF6}"/>
              </a:ext>
            </a:extLst>
          </p:cNvPr>
          <p:cNvSpPr txBox="1">
            <a:spLocks/>
          </p:cNvSpPr>
          <p:nvPr/>
        </p:nvSpPr>
        <p:spPr>
          <a:xfrm>
            <a:off x="713908" y="57223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chi </a:t>
            </a:r>
            <a:r>
              <a:rPr lang="en-US" sz="46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siamo</a:t>
            </a:r>
            <a:endParaRPr lang="en-US" sz="46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4065014B-FE37-611A-ED68-87240AAB4256}"/>
              </a:ext>
            </a:extLst>
          </p:cNvPr>
          <p:cNvSpPr txBox="1"/>
          <p:nvPr/>
        </p:nvSpPr>
        <p:spPr>
          <a:xfrm>
            <a:off x="4846320" y="2560320"/>
            <a:ext cx="1828800" cy="21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Nicolò</a:t>
            </a:r>
            <a:r>
              <a:rPr lang="en-US" sz="1200" dirty="0"/>
              <a:t>  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Diana</a:t>
            </a:r>
            <a:endParaRPr lang="en-US" sz="12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CEF7B55-C068-A183-3EE4-2CECFBB979AD}"/>
              </a:ext>
            </a:extLst>
          </p:cNvPr>
          <p:cNvSpPr txBox="1"/>
          <p:nvPr/>
        </p:nvSpPr>
        <p:spPr>
          <a:xfrm>
            <a:off x="7040880" y="25603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Miriam</a:t>
            </a:r>
            <a:endParaRPr lang="en-US" sz="1200" dirty="0"/>
          </a:p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Awad</a:t>
            </a:r>
            <a:endParaRPr lang="en-US" sz="12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512B376F-15FA-4E02-02F7-497A2A1BBB98}"/>
              </a:ext>
            </a:extLst>
          </p:cNvPr>
          <p:cNvSpPr txBox="1"/>
          <p:nvPr/>
        </p:nvSpPr>
        <p:spPr>
          <a:xfrm>
            <a:off x="923544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Daniele</a:t>
            </a:r>
            <a:endParaRPr lang="en-US" sz="1200" dirty="0"/>
          </a:p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 Girolamo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3B7E248C-48AC-D616-0BA3-E9094D77D06A}"/>
              </a:ext>
            </a:extLst>
          </p:cNvPr>
          <p:cNvSpPr txBox="1"/>
          <p:nvPr/>
        </p:nvSpPr>
        <p:spPr>
          <a:xfrm>
            <a:off x="484632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Margherita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Nerozzi</a:t>
            </a:r>
            <a:endParaRPr lang="en-US" sz="1200" dirty="0" err="1">
              <a:solidFill>
                <a:schemeClr val="tx2"/>
              </a:solidFill>
            </a:endParaRPr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33722723-37D5-0AB3-1416-24A84551D59F}"/>
              </a:ext>
            </a:extLst>
          </p:cNvPr>
          <p:cNvSpPr txBox="1"/>
          <p:nvPr/>
        </p:nvSpPr>
        <p:spPr>
          <a:xfrm>
            <a:off x="704088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Roberto</a:t>
            </a:r>
            <a:endParaRPr lang="en-US" sz="1200" dirty="0"/>
          </a:p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Space Mono"/>
              </a:rPr>
              <a:t>Fasano</a:t>
            </a:r>
            <a:endParaRPr lang="en-US" sz="1200" b="1" dirty="0">
              <a:solidFill>
                <a:schemeClr val="tx2"/>
              </a:solidFill>
              <a:latin typeface="Space Mono"/>
            </a:endParaRPr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FD724B33-3CF6-B39C-CDD9-45888724E579}"/>
              </a:ext>
            </a:extLst>
          </p:cNvPr>
          <p:cNvSpPr txBox="1"/>
          <p:nvPr/>
        </p:nvSpPr>
        <p:spPr>
          <a:xfrm>
            <a:off x="923544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Samuele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 err="1">
                <a:solidFill>
                  <a:schemeClr val="tx2"/>
                </a:solidFill>
                <a:latin typeface="Space Mono"/>
              </a:rPr>
              <a:t>Celedi</a:t>
            </a:r>
          </a:p>
        </p:txBody>
      </p:sp>
      <p:sp>
        <p:nvSpPr>
          <p:cNvPr id="20" name="cornice foto 1">
            <a:extLst>
              <a:ext uri="{FF2B5EF4-FFF2-40B4-BE49-F238E27FC236}">
                <a16:creationId xmlns:a16="http://schemas.microsoft.com/office/drawing/2014/main" id="{433C0E40-1416-D132-B6A6-F64ABA7D6B8C}"/>
              </a:ext>
            </a:extLst>
          </p:cNvPr>
          <p:cNvSpPr/>
          <p:nvPr/>
        </p:nvSpPr>
        <p:spPr>
          <a:xfrm>
            <a:off x="4846320" y="868680"/>
            <a:ext cx="1828800" cy="160020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cornice foto 1">
            <a:extLst>
              <a:ext uri="{FF2B5EF4-FFF2-40B4-BE49-F238E27FC236}">
                <a16:creationId xmlns:a16="http://schemas.microsoft.com/office/drawing/2014/main" id="{6EB6C164-F4DC-F8C1-F760-5530EAA72C28}"/>
              </a:ext>
            </a:extLst>
          </p:cNvPr>
          <p:cNvSpPr/>
          <p:nvPr/>
        </p:nvSpPr>
        <p:spPr>
          <a:xfrm>
            <a:off x="6944479" y="868680"/>
            <a:ext cx="1828800" cy="160020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cornice foto 1">
            <a:extLst>
              <a:ext uri="{FF2B5EF4-FFF2-40B4-BE49-F238E27FC236}">
                <a16:creationId xmlns:a16="http://schemas.microsoft.com/office/drawing/2014/main" id="{8DE207BA-AA77-7280-1F92-10373820B369}"/>
              </a:ext>
            </a:extLst>
          </p:cNvPr>
          <p:cNvSpPr/>
          <p:nvPr/>
        </p:nvSpPr>
        <p:spPr>
          <a:xfrm>
            <a:off x="9042638" y="868680"/>
            <a:ext cx="1828800" cy="160020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cornice foto 1">
            <a:extLst>
              <a:ext uri="{FF2B5EF4-FFF2-40B4-BE49-F238E27FC236}">
                <a16:creationId xmlns:a16="http://schemas.microsoft.com/office/drawing/2014/main" id="{4A24B04E-627E-E1F8-77E3-A6022344FBB0}"/>
              </a:ext>
            </a:extLst>
          </p:cNvPr>
          <p:cNvSpPr/>
          <p:nvPr/>
        </p:nvSpPr>
        <p:spPr>
          <a:xfrm>
            <a:off x="4846320" y="3375306"/>
            <a:ext cx="1828800" cy="160020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cornice foto 1">
            <a:extLst>
              <a:ext uri="{FF2B5EF4-FFF2-40B4-BE49-F238E27FC236}">
                <a16:creationId xmlns:a16="http://schemas.microsoft.com/office/drawing/2014/main" id="{F480BF20-0FDE-D93B-3DFA-DB7A39D66AFD}"/>
              </a:ext>
            </a:extLst>
          </p:cNvPr>
          <p:cNvSpPr/>
          <p:nvPr/>
        </p:nvSpPr>
        <p:spPr>
          <a:xfrm>
            <a:off x="6944479" y="3375306"/>
            <a:ext cx="1828800" cy="160020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cornice foto 1">
            <a:extLst>
              <a:ext uri="{FF2B5EF4-FFF2-40B4-BE49-F238E27FC236}">
                <a16:creationId xmlns:a16="http://schemas.microsoft.com/office/drawing/2014/main" id="{86563C2E-E6A0-9376-76D1-EAC6BE1370DC}"/>
              </a:ext>
            </a:extLst>
          </p:cNvPr>
          <p:cNvSpPr/>
          <p:nvPr/>
        </p:nvSpPr>
        <p:spPr>
          <a:xfrm>
            <a:off x="9042638" y="3375306"/>
            <a:ext cx="1828800" cy="160020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43FB7885-002B-44EE-732B-47185E34A8FE}"/>
              </a:ext>
            </a:extLst>
          </p:cNvPr>
          <p:cNvSpPr/>
          <p:nvPr/>
        </p:nvSpPr>
        <p:spPr>
          <a:xfrm>
            <a:off x="203201" y="5467"/>
            <a:ext cx="422832" cy="685800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275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5255-238A-E41D-45CC-109CB618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1C70A5C7-BDBF-EDCE-3DC2-F9D43121E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2653">
            <a:off x="5166150" y="2200213"/>
            <a:ext cx="2298424" cy="1360292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88FD796-F2A9-D17A-164A-996D97006BCE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B3101B16-1536-E90C-3279-E5478EF874DF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3</a:t>
            </a:fld>
            <a:endParaRPr lang="en-US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4A3C5149-7EDF-06B5-A6AC-1ACA3CA1DDCD}"/>
              </a:ext>
            </a:extLst>
          </p:cNvPr>
          <p:cNvSpPr txBox="1">
            <a:spLocks/>
          </p:cNvSpPr>
          <p:nvPr/>
        </p:nvSpPr>
        <p:spPr>
          <a:xfrm>
            <a:off x="780667" y="613223"/>
            <a:ext cx="746599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kern="0" spc="-15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dominio</a:t>
            </a:r>
            <a:r>
              <a:rPr lang="en-US" sz="4800" b="1" kern="0" spc="-15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di</a:t>
            </a:r>
            <a:r>
              <a:rPr lang="en-US" sz="4800" dirty="0"/>
              <a:t> </a:t>
            </a:r>
            <a:r>
              <a:rPr lang="en-US" sz="4800" b="1" kern="0" spc="-15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interesse</a:t>
            </a:r>
            <a:endParaRPr lang="en-US" sz="4600" dirty="0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F762CFD2-1937-03CD-89F1-6F99A9DAEBCD}"/>
              </a:ext>
            </a:extLst>
          </p:cNvPr>
          <p:cNvSpPr/>
          <p:nvPr/>
        </p:nvSpPr>
        <p:spPr>
          <a:xfrm>
            <a:off x="294113" y="1"/>
            <a:ext cx="348148" cy="686346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27D26FD-4B4C-B174-3473-DCD0E6A26F34}"/>
              </a:ext>
            </a:extLst>
          </p:cNvPr>
          <p:cNvSpPr txBox="1"/>
          <p:nvPr/>
        </p:nvSpPr>
        <p:spPr>
          <a:xfrm>
            <a:off x="847427" y="1277208"/>
            <a:ext cx="70712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Due fenomeni diversi che si incontrano nello stesso posto: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le chat e i social che i ragazzi usano ogni giorno.</a:t>
            </a:r>
            <a:endParaRPr lang="en-US" sz="14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51F73F5F-A3E3-C873-5111-9FC24D4CCB81}"/>
              </a:ext>
            </a:extLst>
          </p:cNvPr>
          <p:cNvSpPr txBox="1"/>
          <p:nvPr/>
        </p:nvSpPr>
        <p:spPr>
          <a:xfrm>
            <a:off x="4661117" y="29229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100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adescamento</a:t>
            </a:r>
            <a:endParaRPr lang="en-US" sz="2200" dirty="0">
              <a:solidFill>
                <a:srgbClr val="E71224"/>
              </a:solidFill>
            </a:endParaRPr>
          </a:p>
          <a:p>
            <a:pPr marL="0" indent="0">
              <a:lnSpc>
                <a:spcPct val="86000"/>
              </a:lnSpc>
              <a:buNone/>
            </a:pPr>
            <a:r>
              <a:rPr lang="en-US" sz="2200" b="1" kern="0" spc="-100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online</a:t>
            </a:r>
            <a:endParaRPr lang="en-US" sz="2200" dirty="0">
              <a:solidFill>
                <a:srgbClr val="E71224"/>
              </a:solidFill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532B826-CD2E-F123-C996-D1070572B1AB}"/>
              </a:ext>
            </a:extLst>
          </p:cNvPr>
          <p:cNvSpPr txBox="1"/>
          <p:nvPr/>
        </p:nvSpPr>
        <p:spPr>
          <a:xfrm>
            <a:off x="4661117" y="3974464"/>
            <a:ext cx="30313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Il grooming è il processo con cui un adulto, spesso fingendosi coetaneo, costruisce online un rapporto di fiducia con un minore per ottenere foto o incontri a sfondo sessuale.</a:t>
            </a:r>
            <a:endParaRPr lang="en-US" sz="13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511756F7-9EC9-37AF-C059-8BFA4B0EC9D7}"/>
              </a:ext>
            </a:extLst>
          </p:cNvPr>
          <p:cNvSpPr txBox="1"/>
          <p:nvPr/>
        </p:nvSpPr>
        <p:spPr>
          <a:xfrm>
            <a:off x="8419483" y="262075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deepfake</a:t>
            </a:r>
            <a:endParaRPr lang="en-US" sz="22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790583D3-B1E9-83BE-1127-4AA34F1E7F67}"/>
              </a:ext>
            </a:extLst>
          </p:cNvPr>
          <p:cNvSpPr txBox="1"/>
          <p:nvPr/>
        </p:nvSpPr>
        <p:spPr>
          <a:xfrm>
            <a:off x="8419483" y="3672314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Foto, video o audio generati o modificati con l'intelligenza artificiale per far sembrare che una persona reale abbia detto o fatto qualcosa che non è mai successo.</a:t>
            </a:r>
            <a:endParaRPr lang="en-US" sz="13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8F0D93D8-1094-DE72-302E-649BB2C0F4E0}"/>
              </a:ext>
            </a:extLst>
          </p:cNvPr>
          <p:cNvSpPr txBox="1"/>
          <p:nvPr/>
        </p:nvSpPr>
        <p:spPr>
          <a:xfrm>
            <a:off x="4661117" y="5346064"/>
            <a:ext cx="29576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Procede per fasi: </a:t>
            </a:r>
            <a:r>
              <a:rPr lang="en-US" sz="1100" dirty="0">
                <a:solidFill>
                  <a:srgbClr val="33333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attenzioni</a:t>
            </a:r>
            <a:r>
              <a:rPr lang="en-US" sz="1200" dirty="0">
                <a:solidFill>
                  <a:srgbClr val="33333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e lusinghe, segretezza, passaggio a un'app più privata, richiesta di foto, fino alla pressione o al ricatto (sextortion).</a:t>
            </a:r>
            <a:endParaRPr lang="en-US" sz="12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9A6FDE52-2555-55F6-1C76-726F9A9C52C0}"/>
              </a:ext>
            </a:extLst>
          </p:cNvPr>
          <p:cNvSpPr txBox="1"/>
          <p:nvPr/>
        </p:nvSpPr>
        <p:spPr>
          <a:xfrm>
            <a:off x="8402833" y="5346064"/>
            <a:ext cx="295068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Tra coetanei circolano soprattutto montaggi e immagini “spogliate” usate per deridere, umiliare o ricattare: bastano una foto profilo e un'app.</a:t>
            </a:r>
            <a:endParaRPr lang="en-US" sz="1250" dirty="0"/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C057968F-BCF4-B7D3-83E3-30E2EC8AA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833" y="1699355"/>
            <a:ext cx="1520688" cy="1284826"/>
          </a:xfrm>
          <a:prstGeom prst="rect">
            <a:avLst/>
          </a:prstGeom>
        </p:spPr>
      </p:pic>
      <p:sp>
        <p:nvSpPr>
          <p:cNvPr id="80" name="Rettangolo 79">
            <a:extLst>
              <a:ext uri="{FF2B5EF4-FFF2-40B4-BE49-F238E27FC236}">
                <a16:creationId xmlns:a16="http://schemas.microsoft.com/office/drawing/2014/main" id="{14ED83BA-A065-836A-13A9-18EBB6BC0006}"/>
              </a:ext>
            </a:extLst>
          </p:cNvPr>
          <p:cNvSpPr/>
          <p:nvPr/>
        </p:nvSpPr>
        <p:spPr>
          <a:xfrm>
            <a:off x="0" y="0"/>
            <a:ext cx="348148" cy="6857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4" name="Input penna 83">
                <a:extLst>
                  <a:ext uri="{FF2B5EF4-FFF2-40B4-BE49-F238E27FC236}">
                    <a16:creationId xmlns:a16="http://schemas.microsoft.com/office/drawing/2014/main" id="{A3BCB445-1802-DAAB-E1E3-261A806F946A}"/>
                  </a:ext>
                </a:extLst>
              </p14:cNvPr>
              <p14:cNvContentPartPr/>
              <p14:nvPr/>
            </p14:nvContentPartPr>
            <p14:xfrm>
              <a:off x="8228160" y="1070953"/>
              <a:ext cx="2687400" cy="1891080"/>
            </p14:xfrm>
          </p:contentPart>
        </mc:Choice>
        <mc:Fallback xmlns="">
          <p:pic>
            <p:nvPicPr>
              <p:cNvPr id="84" name="Input penna 83">
                <a:extLst>
                  <a:ext uri="{FF2B5EF4-FFF2-40B4-BE49-F238E27FC236}">
                    <a16:creationId xmlns:a16="http://schemas.microsoft.com/office/drawing/2014/main" id="{A3BCB445-1802-DAAB-E1E3-261A806F94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10520" y="1053313"/>
                <a:ext cx="2723040" cy="19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813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B944D-3B26-A3FB-7749-B782194C3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magine 56">
            <a:extLst>
              <a:ext uri="{FF2B5EF4-FFF2-40B4-BE49-F238E27FC236}">
                <a16:creationId xmlns:a16="http://schemas.microsoft.com/office/drawing/2014/main" id="{F3627FEB-9195-FEBE-AAD7-2E17E7C84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273" y="274024"/>
            <a:ext cx="2978704" cy="3966209"/>
          </a:xfrm>
          <a:prstGeom prst="rect">
            <a:avLst/>
          </a:prstGeom>
        </p:spPr>
      </p:pic>
      <p:pic>
        <p:nvPicPr>
          <p:cNvPr id="43" name="Immagine 42">
            <a:extLst>
              <a:ext uri="{FF2B5EF4-FFF2-40B4-BE49-F238E27FC236}">
                <a16:creationId xmlns:a16="http://schemas.microsoft.com/office/drawing/2014/main" id="{9001EF21-4E56-72E0-3584-6A197630D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619202">
            <a:off x="3235038" y="5479594"/>
            <a:ext cx="914673" cy="942014"/>
          </a:xfrm>
          <a:prstGeom prst="rect">
            <a:avLst/>
          </a:prstGeom>
        </p:spPr>
      </p:pic>
      <p:sp>
        <p:nvSpPr>
          <p:cNvPr id="31" name="Rettangolo 30">
            <a:extLst>
              <a:ext uri="{FF2B5EF4-FFF2-40B4-BE49-F238E27FC236}">
                <a16:creationId xmlns:a16="http://schemas.microsoft.com/office/drawing/2014/main" id="{DA8795AF-F373-9293-D213-6EE28C06C486}"/>
              </a:ext>
            </a:extLst>
          </p:cNvPr>
          <p:cNvSpPr/>
          <p:nvPr/>
        </p:nvSpPr>
        <p:spPr>
          <a:xfrm>
            <a:off x="215023" y="-15658"/>
            <a:ext cx="2050635" cy="6899747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1F90C8A-37D3-91BC-9C90-BF2CAA41265C}"/>
              </a:ext>
            </a:extLst>
          </p:cNvPr>
          <p:cNvSpPr/>
          <p:nvPr/>
        </p:nvSpPr>
        <p:spPr>
          <a:xfrm>
            <a:off x="576036" y="-36279"/>
            <a:ext cx="1976181" cy="6920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467CD7-0785-E360-E078-12D268DD2B7C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A1DEEE6E-E4F5-FD48-0BEE-9FF854E2E76B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4</a:t>
            </a:fld>
            <a:endParaRPr lang="en-US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08FB73B8-79F5-DD32-6569-0F9ECC00207B}"/>
              </a:ext>
            </a:extLst>
          </p:cNvPr>
          <p:cNvSpPr txBox="1">
            <a:spLocks/>
          </p:cNvSpPr>
          <p:nvPr/>
        </p:nvSpPr>
        <p:spPr>
          <a:xfrm>
            <a:off x="780667" y="613223"/>
            <a:ext cx="746599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kern="0" spc="-15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i</a:t>
            </a:r>
            <a:r>
              <a:rPr lang="en-US" sz="4800" b="1" kern="0" spc="-15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numeri del</a:t>
            </a:r>
            <a:endParaRPr lang="en-US" sz="4800" dirty="0"/>
          </a:p>
          <a:p>
            <a:pPr algn="l"/>
            <a:r>
              <a:rPr lang="en-US" sz="4800" b="1" kern="0" spc="-15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fenomeno</a:t>
            </a:r>
            <a:endParaRPr lang="en-US" sz="4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CAA1CA9-541E-9D5C-8CEC-8EA49812EA98}"/>
              </a:ext>
            </a:extLst>
          </p:cNvPr>
          <p:cNvSpPr txBox="1"/>
          <p:nvPr/>
        </p:nvSpPr>
        <p:spPr>
          <a:xfrm>
            <a:off x="942508" y="2349611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Adescamento e sextortion restano alti, mentre l'IA rende facilissimo creare un falso credibile</a:t>
            </a: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920FCE1-28EB-8C7F-7794-A12A17324499}"/>
              </a:ext>
            </a:extLst>
          </p:cNvPr>
          <p:cNvSpPr txBox="1"/>
          <p:nvPr/>
        </p:nvSpPr>
        <p:spPr>
          <a:xfrm>
            <a:off x="4957534" y="1916243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400" b="1" kern="0" spc="-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434</a:t>
            </a:r>
            <a:endParaRPr lang="en-US" sz="54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F72D91B-0FBE-39F1-52B1-13504A9A75ED}"/>
              </a:ext>
            </a:extLst>
          </p:cNvPr>
          <p:cNvSpPr txBox="1"/>
          <p:nvPr/>
        </p:nvSpPr>
        <p:spPr>
          <a:xfrm>
            <a:off x="4957534" y="2579183"/>
            <a:ext cx="3093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casi di adescamento online trattati dalla Polizia Postale nel 2025. Erano 424 nel 2022: il fenomeno non cala.</a:t>
            </a:r>
            <a:endParaRPr lang="en-US" sz="13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8011DE3-DF1E-50AE-7AB1-44265A541C0A}"/>
              </a:ext>
            </a:extLst>
          </p:cNvPr>
          <p:cNvSpPr txBox="1"/>
          <p:nvPr/>
        </p:nvSpPr>
        <p:spPr>
          <a:xfrm>
            <a:off x="8615134" y="1916243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400" b="1" kern="0" spc="-300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223</a:t>
            </a:r>
            <a:endParaRPr lang="en-US" sz="5400" dirty="0">
              <a:solidFill>
                <a:srgbClr val="E71224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0FD9F0D-E516-DEC1-7C43-7826197C94EB}"/>
              </a:ext>
            </a:extLst>
          </p:cNvPr>
          <p:cNvSpPr txBox="1"/>
          <p:nvPr/>
        </p:nvSpPr>
        <p:spPr>
          <a:xfrm>
            <a:off x="8615134" y="2579183"/>
            <a:ext cx="29241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0000FF"/>
                </a:highlight>
                <a:latin typeface="+mn-lt" pitchFamily="34" charset="0"/>
                <a:ea typeface="+mn-lt" pitchFamily="34" charset="-122"/>
                <a:cs typeface="+mn-lt" pitchFamily="34" charset="-120"/>
              </a:rPr>
              <a:t>casi di sextortion nel 2025: ricatti basati su immagini intime, vere o costruite.</a:t>
            </a:r>
            <a:endParaRPr lang="en-US" sz="13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5BFEE75-16D4-FB1A-0ABF-E7D3C57D2396}"/>
              </a:ext>
            </a:extLst>
          </p:cNvPr>
          <p:cNvSpPr txBox="1"/>
          <p:nvPr/>
        </p:nvSpPr>
        <p:spPr>
          <a:xfrm>
            <a:off x="4957534" y="398163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400" b="1" kern="0" spc="-300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+154%</a:t>
            </a:r>
            <a:endParaRPr lang="en-US" sz="5400" dirty="0">
              <a:solidFill>
                <a:srgbClr val="E71224"/>
              </a:solidFill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9BF8AC4-1084-DB10-A66A-21A564320242}"/>
              </a:ext>
            </a:extLst>
          </p:cNvPr>
          <p:cNvSpPr txBox="1"/>
          <p:nvPr/>
        </p:nvSpPr>
        <p:spPr>
          <a:xfrm>
            <a:off x="4957534" y="4670441"/>
            <a:ext cx="3093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segnalazioni di immagini di abuso su minori generate con l'IA in un anno (da 193 a 491).</a:t>
            </a:r>
            <a:endParaRPr lang="en-US" sz="13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F00D84D-FECD-7ABC-265B-A74EB91AAC3B}"/>
              </a:ext>
            </a:extLst>
          </p:cNvPr>
          <p:cNvSpPr txBox="1"/>
          <p:nvPr/>
        </p:nvSpPr>
        <p:spPr>
          <a:xfrm>
            <a:off x="8615134" y="398163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400" b="1" kern="0" spc="-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su 6</a:t>
            </a:r>
            <a:endParaRPr lang="en-US" sz="5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CFD4A34-B806-1718-DD75-95916EC25BA8}"/>
              </a:ext>
            </a:extLst>
          </p:cNvPr>
          <p:cNvSpPr txBox="1"/>
          <p:nvPr/>
        </p:nvSpPr>
        <p:spPr>
          <a:xfrm>
            <a:off x="8615134" y="4670441"/>
            <a:ext cx="29241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giovani tra 13 e 20 anni conosce una vittima di deepfake a sfondo sessuale; il 6% lo è stato.</a:t>
            </a:r>
            <a:endParaRPr lang="en-US" sz="13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D8B77E56-42B2-77F1-E8F0-77F73C2617A7}"/>
              </a:ext>
            </a:extLst>
          </p:cNvPr>
          <p:cNvSpPr txBox="1"/>
          <p:nvPr/>
        </p:nvSpPr>
        <p:spPr>
          <a:xfrm>
            <a:off x="3996179" y="5813441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Fonti: Polizia Postale, “Tracce digitali, vittime reali” (2025) e resoconto 2022 · Internet Watch Foundation (2026) · Thorn, 1.200 giovani USA (2025).</a:t>
            </a:r>
            <a:endParaRPr lang="en-US" sz="900" dirty="0"/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E1314D8C-7E0F-F640-4A01-8BF8544391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465" y="706054"/>
            <a:ext cx="1449585" cy="1811981"/>
          </a:xfrm>
          <a:prstGeom prst="rect">
            <a:avLst/>
          </a:prstGeom>
        </p:spPr>
      </p:pic>
      <p:pic>
        <p:nvPicPr>
          <p:cNvPr id="47" name="Immagine 46">
            <a:extLst>
              <a:ext uri="{FF2B5EF4-FFF2-40B4-BE49-F238E27FC236}">
                <a16:creationId xmlns:a16="http://schemas.microsoft.com/office/drawing/2014/main" id="{C5607AF7-70FB-06A8-6062-C9EC7E1C9E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8462" y="3136946"/>
            <a:ext cx="661987" cy="856530"/>
          </a:xfrm>
          <a:prstGeom prst="rect">
            <a:avLst/>
          </a:prstGeom>
        </p:spPr>
      </p:pic>
      <p:pic>
        <p:nvPicPr>
          <p:cNvPr id="49" name="Immagine 48">
            <a:extLst>
              <a:ext uri="{FF2B5EF4-FFF2-40B4-BE49-F238E27FC236}">
                <a16:creationId xmlns:a16="http://schemas.microsoft.com/office/drawing/2014/main" id="{C8ECA85C-603A-21CF-D1BF-11738AA685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7090" y="4383595"/>
            <a:ext cx="621525" cy="798862"/>
          </a:xfrm>
          <a:prstGeom prst="rect">
            <a:avLst/>
          </a:prstGeom>
        </p:spPr>
      </p:pic>
      <p:pic>
        <p:nvPicPr>
          <p:cNvPr id="51" name="Immagine 50">
            <a:extLst>
              <a:ext uri="{FF2B5EF4-FFF2-40B4-BE49-F238E27FC236}">
                <a16:creationId xmlns:a16="http://schemas.microsoft.com/office/drawing/2014/main" id="{91C896B2-6F26-367B-D149-2CCA75D129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4653" y="4307497"/>
            <a:ext cx="760197" cy="1014126"/>
          </a:xfrm>
          <a:prstGeom prst="rect">
            <a:avLst/>
          </a:prstGeom>
        </p:spPr>
      </p:pic>
      <p:pic>
        <p:nvPicPr>
          <p:cNvPr id="53" name="Immagine 52">
            <a:extLst>
              <a:ext uri="{FF2B5EF4-FFF2-40B4-BE49-F238E27FC236}">
                <a16:creationId xmlns:a16="http://schemas.microsoft.com/office/drawing/2014/main" id="{7E148199-49AF-809E-4C71-B19F7311D1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4856" y="4100077"/>
            <a:ext cx="675594" cy="675594"/>
          </a:xfrm>
          <a:prstGeom prst="rect">
            <a:avLst/>
          </a:prstGeom>
        </p:spPr>
      </p:pic>
      <p:pic>
        <p:nvPicPr>
          <p:cNvPr id="55" name="Immagine 54">
            <a:extLst>
              <a:ext uri="{FF2B5EF4-FFF2-40B4-BE49-F238E27FC236}">
                <a16:creationId xmlns:a16="http://schemas.microsoft.com/office/drawing/2014/main" id="{81615736-184C-95F8-0959-2BF0BF0373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4653" y="3285483"/>
            <a:ext cx="760197" cy="950246"/>
          </a:xfrm>
          <a:prstGeom prst="rect">
            <a:avLst/>
          </a:prstGeom>
        </p:spPr>
      </p:pic>
      <p:pic>
        <p:nvPicPr>
          <p:cNvPr id="59" name="Immagine 58">
            <a:extLst>
              <a:ext uri="{FF2B5EF4-FFF2-40B4-BE49-F238E27FC236}">
                <a16:creationId xmlns:a16="http://schemas.microsoft.com/office/drawing/2014/main" id="{5732C690-060D-2C62-57B3-1DFF5552E6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4856" y="4882272"/>
            <a:ext cx="685898" cy="813572"/>
          </a:xfrm>
          <a:prstGeom prst="rect">
            <a:avLst/>
          </a:prstGeom>
        </p:spPr>
      </p:pic>
      <p:pic>
        <p:nvPicPr>
          <p:cNvPr id="61" name="Immagine 60">
            <a:extLst>
              <a:ext uri="{FF2B5EF4-FFF2-40B4-BE49-F238E27FC236}">
                <a16:creationId xmlns:a16="http://schemas.microsoft.com/office/drawing/2014/main" id="{9812F65F-9910-31CE-E63F-89B7535B8E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7090" y="3508900"/>
            <a:ext cx="621525" cy="77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CC4C3-AA25-B3F5-CDD6-06571210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tangolo 28">
            <a:extLst>
              <a:ext uri="{FF2B5EF4-FFF2-40B4-BE49-F238E27FC236}">
                <a16:creationId xmlns:a16="http://schemas.microsoft.com/office/drawing/2014/main" id="{DF3A80D6-812C-48C0-2396-F537C1CF1D48}"/>
              </a:ext>
            </a:extLst>
          </p:cNvPr>
          <p:cNvSpPr/>
          <p:nvPr/>
        </p:nvSpPr>
        <p:spPr>
          <a:xfrm>
            <a:off x="220817" y="-172720"/>
            <a:ext cx="405215" cy="731519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A2EFC7-E6B5-C364-CDF6-DA5A73008C41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1A69889F-8B4E-7680-DE6B-C9B08B58755C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5</a:t>
            </a:fld>
            <a:endParaRPr lang="en-US" dirty="0"/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E5FEFE4D-9350-AF74-3382-A5F689978653}"/>
              </a:ext>
            </a:extLst>
          </p:cNvPr>
          <p:cNvSpPr/>
          <p:nvPr/>
        </p:nvSpPr>
        <p:spPr>
          <a:xfrm>
            <a:off x="0" y="0"/>
            <a:ext cx="273855" cy="6857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age 0" descr="/home/claude/work/build/assets/d11.png">
            <a:extLst>
              <a:ext uri="{FF2B5EF4-FFF2-40B4-BE49-F238E27FC236}">
                <a16:creationId xmlns:a16="http://schemas.microsoft.com/office/drawing/2014/main" id="{9C494DDF-C761-850B-B023-627F8F79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30352"/>
            <a:ext cx="4206240" cy="10515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96EEF18-E3BB-4FD8-4EA4-AAF9A59182A5}"/>
              </a:ext>
            </a:extLst>
          </p:cNvPr>
          <p:cNvSpPr txBox="1">
            <a:spLocks/>
          </p:cNvSpPr>
          <p:nvPr/>
        </p:nvSpPr>
        <p:spPr>
          <a:xfrm>
            <a:off x="879367" y="685668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b="1" i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obiettivo</a:t>
            </a:r>
            <a:endParaRPr lang="en-US" sz="4600" i="1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0C82CB2-36BB-3E07-84A4-E8B245308CA0}"/>
              </a:ext>
            </a:extLst>
          </p:cNvPr>
          <p:cNvSpPr txBox="1"/>
          <p:nvPr/>
        </p:nvSpPr>
        <p:spPr>
          <a:xfrm>
            <a:off x="846926" y="1782948"/>
            <a:ext cx="100649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+mn-lt" pitchFamily="34" charset="0"/>
                <a:ea typeface="+mn-lt" pitchFamily="34" charset="-122"/>
                <a:cs typeface="+mn-lt" pitchFamily="34" charset="-120"/>
              </a:rPr>
              <a:t>Dare ai ragazzi gli strumenti per riconoscere </a:t>
            </a:r>
            <a:r>
              <a:rPr lang="en-US" b="1" i="1" dirty="0">
                <a:solidFill>
                  <a:schemeClr val="bg1"/>
                </a:solidFill>
                <a:highlight>
                  <a:srgbClr val="0000FF"/>
                </a:highlight>
                <a:latin typeface="+mn-lt" pitchFamily="34" charset="0"/>
                <a:ea typeface="+mn-lt" pitchFamily="34" charset="-122"/>
                <a:cs typeface="+mn-lt" pitchFamily="34" charset="-120"/>
              </a:rPr>
              <a:t>chi c'è davvero dall'altra </a:t>
            </a:r>
            <a:r>
              <a:rPr lang="en-US" b="1" i="1" dirty="0" err="1">
                <a:solidFill>
                  <a:schemeClr val="bg1"/>
                </a:solidFill>
                <a:highlight>
                  <a:srgbClr val="0000FF"/>
                </a:highlight>
                <a:latin typeface="+mn-lt" pitchFamily="34" charset="0"/>
                <a:ea typeface="+mn-lt" pitchFamily="34" charset="-122"/>
                <a:cs typeface="+mn-lt" pitchFamily="34" charset="-120"/>
              </a:rPr>
              <a:t>parte</a:t>
            </a:r>
            <a:r>
              <a:rPr lang="en-US" b="1" i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</a:t>
            </a:r>
            <a:r>
              <a:rPr lang="en-US" b="1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dello</a:t>
            </a:r>
            <a:r>
              <a:rPr lang="en-US" b="1" dirty="0">
                <a:latin typeface="+mn-lt" pitchFamily="34" charset="0"/>
                <a:ea typeface="+mn-lt" pitchFamily="34" charset="-122"/>
                <a:cs typeface="+mn-lt" pitchFamily="34" charset="-120"/>
              </a:rPr>
              <a:t> schermo, e un </a:t>
            </a:r>
            <a:r>
              <a:rPr lang="en-US" b="1" dirty="0">
                <a:solidFill>
                  <a:srgbClr val="E7122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posto dove parlarne.</a:t>
            </a:r>
            <a:endParaRPr lang="en-US" dirty="0">
              <a:solidFill>
                <a:srgbClr val="E71224"/>
              </a:solidFill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66D9FEC-B0D3-D5AB-AC8A-CA9E77834809}"/>
              </a:ext>
            </a:extLst>
          </p:cNvPr>
          <p:cNvSpPr txBox="1"/>
          <p:nvPr/>
        </p:nvSpPr>
        <p:spPr>
          <a:xfrm>
            <a:off x="925087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/>
                <a:ea typeface="+mj-lt" pitchFamily="34" charset="-122"/>
                <a:cs typeface="+mj-lt" pitchFamily="34" charset="-120"/>
              </a:rPr>
              <a:t>sensibilizzare</a:t>
            </a:r>
            <a:endParaRPr lang="en-US" sz="1800" dirty="0">
              <a:latin typeface="+mj-lt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D472B6E-406F-DF19-A3EA-0B8C443A41A7}"/>
              </a:ext>
            </a:extLst>
          </p:cNvPr>
          <p:cNvSpPr txBox="1"/>
          <p:nvPr/>
        </p:nvSpPr>
        <p:spPr>
          <a:xfrm>
            <a:off x="925087" y="4754880"/>
            <a:ext cx="3221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Far capire che un deepfake o una chat “strana” non sono uno scherzo, e come riconoscerne i segnali.</a:t>
            </a:r>
            <a:endParaRPr lang="en-US" sz="14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97CAF8C2-150C-759E-FEC1-0D1ED56A112C}"/>
              </a:ext>
            </a:extLst>
          </p:cNvPr>
          <p:cNvSpPr txBox="1"/>
          <p:nvPr/>
        </p:nvSpPr>
        <p:spPr>
          <a:xfrm>
            <a:off x="4779150" y="3952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condividere</a:t>
            </a:r>
            <a:endParaRPr lang="en-US" sz="1800" dirty="0">
              <a:solidFill>
                <a:srgbClr val="E71224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2DFF7EAE-B7DB-A1EE-41BC-252FB2515165}"/>
              </a:ext>
            </a:extLst>
          </p:cNvPr>
          <p:cNvSpPr txBox="1"/>
          <p:nvPr/>
        </p:nvSpPr>
        <p:spPr>
          <a:xfrm>
            <a:off x="4765567" y="4292732"/>
            <a:ext cx="310915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Uno spazio protetto e anonimo dove raccontare le proprie esperienze e sentirsi meno soli.</a:t>
            </a:r>
            <a:endParaRPr lang="en-US" sz="14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490F32A5-76A6-57A5-42DF-8E7802DF5AB1}"/>
              </a:ext>
            </a:extLst>
          </p:cNvPr>
          <p:cNvSpPr txBox="1"/>
          <p:nvPr/>
        </p:nvSpPr>
        <p:spPr>
          <a:xfrm>
            <a:off x="8514607" y="3428999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allenarsi</a:t>
            </a:r>
            <a:endParaRPr lang="en-US" sz="18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41445FC0-1B15-E1A4-203F-4A8554A78C77}"/>
              </a:ext>
            </a:extLst>
          </p:cNvPr>
          <p:cNvSpPr txBox="1"/>
          <p:nvPr/>
        </p:nvSpPr>
        <p:spPr>
          <a:xfrm>
            <a:off x="8514607" y="3774439"/>
            <a:ext cx="310915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Un training pratico per imparare a distinguere foto, video e profili veri da quelli generati con l'IA.</a:t>
            </a:r>
            <a:endParaRPr lang="en-US" sz="1400" dirty="0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C52899AA-A9A6-C064-0C4B-066F7ABC9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647" y="2590246"/>
            <a:ext cx="1879600" cy="1215359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27453FAE-1DEF-89A1-23E5-8088AF6D3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9685" y="4124966"/>
            <a:ext cx="847090" cy="477136"/>
          </a:xfrm>
          <a:prstGeom prst="rect">
            <a:avLst/>
          </a:prstGeom>
        </p:spPr>
      </p:pic>
      <p:pic>
        <p:nvPicPr>
          <p:cNvPr id="37" name="Immagine 36">
            <a:extLst>
              <a:ext uri="{FF2B5EF4-FFF2-40B4-BE49-F238E27FC236}">
                <a16:creationId xmlns:a16="http://schemas.microsoft.com/office/drawing/2014/main" id="{B539B2D7-7897-5D70-7ECA-E217C3897A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9585421" y="4374570"/>
            <a:ext cx="1820252" cy="22753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9" name="Input penna 48">
                <a:extLst>
                  <a:ext uri="{FF2B5EF4-FFF2-40B4-BE49-F238E27FC236}">
                    <a16:creationId xmlns:a16="http://schemas.microsoft.com/office/drawing/2014/main" id="{2FDF0054-BD76-EB43-0485-E174674D9934}"/>
                  </a:ext>
                </a:extLst>
              </p14:cNvPr>
              <p14:cNvContentPartPr/>
              <p14:nvPr/>
            </p14:nvContentPartPr>
            <p14:xfrm>
              <a:off x="3342320" y="4457800"/>
              <a:ext cx="624600" cy="136440"/>
            </p14:xfrm>
          </p:contentPart>
        </mc:Choice>
        <mc:Fallback xmlns="">
          <p:pic>
            <p:nvPicPr>
              <p:cNvPr id="49" name="Input penna 48">
                <a:extLst>
                  <a:ext uri="{FF2B5EF4-FFF2-40B4-BE49-F238E27FC236}">
                    <a16:creationId xmlns:a16="http://schemas.microsoft.com/office/drawing/2014/main" id="{2FDF0054-BD76-EB43-0485-E174674D99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24680" y="4440160"/>
                <a:ext cx="6602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0" name="Input penna 49">
                <a:extLst>
                  <a:ext uri="{FF2B5EF4-FFF2-40B4-BE49-F238E27FC236}">
                    <a16:creationId xmlns:a16="http://schemas.microsoft.com/office/drawing/2014/main" id="{D6CAC6AF-4A2D-6255-1BBF-48A714FD7606}"/>
                  </a:ext>
                </a:extLst>
              </p14:cNvPr>
              <p14:cNvContentPartPr/>
              <p14:nvPr/>
            </p14:nvContentPartPr>
            <p14:xfrm>
              <a:off x="3992840" y="2742400"/>
              <a:ext cx="7173720" cy="3802320"/>
            </p14:xfrm>
          </p:contentPart>
        </mc:Choice>
        <mc:Fallback xmlns="">
          <p:pic>
            <p:nvPicPr>
              <p:cNvPr id="50" name="Input penna 49">
                <a:extLst>
                  <a:ext uri="{FF2B5EF4-FFF2-40B4-BE49-F238E27FC236}">
                    <a16:creationId xmlns:a16="http://schemas.microsoft.com/office/drawing/2014/main" id="{D6CAC6AF-4A2D-6255-1BBF-48A714FD760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74840" y="2724400"/>
                <a:ext cx="7209360" cy="38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5" name="Input penna 54">
                <a:extLst>
                  <a:ext uri="{FF2B5EF4-FFF2-40B4-BE49-F238E27FC236}">
                    <a16:creationId xmlns:a16="http://schemas.microsoft.com/office/drawing/2014/main" id="{B760FDDA-A2D2-2A0B-930D-3F5B5F0D9676}"/>
                  </a:ext>
                </a:extLst>
              </p14:cNvPr>
              <p14:cNvContentPartPr/>
              <p14:nvPr/>
            </p14:nvContentPartPr>
            <p14:xfrm>
              <a:off x="9752480" y="5221000"/>
              <a:ext cx="482400" cy="359280"/>
            </p14:xfrm>
          </p:contentPart>
        </mc:Choice>
        <mc:Fallback xmlns="">
          <p:pic>
            <p:nvPicPr>
              <p:cNvPr id="55" name="Input penna 54">
                <a:extLst>
                  <a:ext uri="{FF2B5EF4-FFF2-40B4-BE49-F238E27FC236}">
                    <a16:creationId xmlns:a16="http://schemas.microsoft.com/office/drawing/2014/main" id="{B760FDDA-A2D2-2A0B-930D-3F5B5F0D967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34840" y="5203360"/>
                <a:ext cx="51804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7" name="Input penna 56">
                <a:extLst>
                  <a:ext uri="{FF2B5EF4-FFF2-40B4-BE49-F238E27FC236}">
                    <a16:creationId xmlns:a16="http://schemas.microsoft.com/office/drawing/2014/main" id="{A2A87329-A370-BFE8-C176-A7537EEC384F}"/>
                  </a:ext>
                </a:extLst>
              </p14:cNvPr>
              <p14:cNvContentPartPr/>
              <p14:nvPr/>
            </p14:nvContentPartPr>
            <p14:xfrm>
              <a:off x="3383000" y="4306600"/>
              <a:ext cx="563040" cy="184320"/>
            </p14:xfrm>
          </p:contentPart>
        </mc:Choice>
        <mc:Fallback xmlns="">
          <p:pic>
            <p:nvPicPr>
              <p:cNvPr id="57" name="Input penna 56">
                <a:extLst>
                  <a:ext uri="{FF2B5EF4-FFF2-40B4-BE49-F238E27FC236}">
                    <a16:creationId xmlns:a16="http://schemas.microsoft.com/office/drawing/2014/main" id="{A2A87329-A370-BFE8-C176-A7537EEC384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65360" y="4288600"/>
                <a:ext cx="598680" cy="21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91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5C9EB-AB57-3EAF-565E-C884B7457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magine 42">
            <a:extLst>
              <a:ext uri="{FF2B5EF4-FFF2-40B4-BE49-F238E27FC236}">
                <a16:creationId xmlns:a16="http://schemas.microsoft.com/office/drawing/2014/main" id="{7E112C8B-F3ED-9CD2-D7E6-4CC39E848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73" y="3916840"/>
            <a:ext cx="2507852" cy="2507852"/>
          </a:xfrm>
          <a:prstGeom prst="rect">
            <a:avLst/>
          </a:prstGeom>
        </p:spPr>
      </p:pic>
      <p:pic>
        <p:nvPicPr>
          <p:cNvPr id="41" name="Immagine 40">
            <a:extLst>
              <a:ext uri="{FF2B5EF4-FFF2-40B4-BE49-F238E27FC236}">
                <a16:creationId xmlns:a16="http://schemas.microsoft.com/office/drawing/2014/main" id="{4873C835-E089-33EA-403D-450A45A3A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04665">
            <a:off x="943836" y="2095839"/>
            <a:ext cx="1100265" cy="1100265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64833228-19D9-2021-5773-133DA3A4F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786087">
            <a:off x="2710688" y="3373206"/>
            <a:ext cx="1039565" cy="114702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BB6C5E6C-6B5A-3307-F197-DD217D982FB7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093BBCEF-6AA7-69BA-7F9D-C44D2E569A83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6</a:t>
            </a:fld>
            <a:endParaRPr lang="en-US" dirty="0"/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9A49719E-AA25-368A-FACD-7AB20ED0DAA8}"/>
              </a:ext>
            </a:extLst>
          </p:cNvPr>
          <p:cNvSpPr/>
          <p:nvPr/>
        </p:nvSpPr>
        <p:spPr>
          <a:xfrm>
            <a:off x="0" y="0"/>
            <a:ext cx="273855" cy="6857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E8762E-2F0C-BEAD-DAF3-51A72A206D5D}"/>
              </a:ext>
            </a:extLst>
          </p:cNvPr>
          <p:cNvSpPr txBox="1"/>
          <p:nvPr/>
        </p:nvSpPr>
        <p:spPr>
          <a:xfrm>
            <a:off x="1125454" y="880390"/>
            <a:ext cx="793955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initial</a:t>
            </a:r>
            <a:r>
              <a:rPr lang="en-US" sz="4600" dirty="0"/>
              <a:t>  </a:t>
            </a:r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mapping</a:t>
            </a:r>
            <a:endParaRPr lang="it-IT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0B3076A-D732-DE45-464C-03CE44951853}"/>
              </a:ext>
            </a:extLst>
          </p:cNvPr>
          <p:cNvSpPr txBox="1"/>
          <p:nvPr/>
        </p:nvSpPr>
        <p:spPr>
          <a:xfrm>
            <a:off x="1964453" y="235585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utenti target</a:t>
            </a:r>
            <a:endParaRPr lang="en-US" sz="18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80CDF7D2-FD8E-E0D0-5975-A0D073F989EF}"/>
              </a:ext>
            </a:extLst>
          </p:cNvPr>
          <p:cNvSpPr txBox="1"/>
          <p:nvPr/>
        </p:nvSpPr>
        <p:spPr>
          <a:xfrm>
            <a:off x="1211021" y="37731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utenti lead</a:t>
            </a:r>
            <a:endParaRPr lang="en-US" sz="1800" dirty="0">
              <a:solidFill>
                <a:srgbClr val="E71224"/>
              </a:solidFill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64C1028-0557-DEA3-2856-1507C6EC4CAC}"/>
              </a:ext>
            </a:extLst>
          </p:cNvPr>
          <p:cNvSpPr txBox="1"/>
          <p:nvPr/>
        </p:nvSpPr>
        <p:spPr>
          <a:xfrm>
            <a:off x="2067613" y="5162939"/>
            <a:ext cx="3261360" cy="328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esperti di </a:t>
            </a:r>
            <a:r>
              <a:rPr lang="en-US" sz="18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dominio</a:t>
            </a: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AD6B8A2F-A7B4-1A36-43C0-2356BA2F23F9}"/>
              </a:ext>
            </a:extLst>
          </p:cNvPr>
          <p:cNvSpPr txBox="1"/>
          <p:nvPr/>
        </p:nvSpPr>
        <p:spPr>
          <a:xfrm>
            <a:off x="5743973" y="21733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Ragazzi nella fascia 14–17 anni</a:t>
            </a:r>
            <a:endParaRPr lang="en-US" sz="18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C6A6217-DD46-3FD9-1B86-479933E2FCBD}"/>
              </a:ext>
            </a:extLst>
          </p:cNvPr>
          <p:cNvSpPr txBox="1"/>
          <p:nvPr/>
        </p:nvSpPr>
        <p:spPr>
          <a:xfrm>
            <a:off x="5743974" y="2473024"/>
            <a:ext cx="36690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Usano ogni giorno chat e social e sono esposti a contatti con sconosciuti e a contenuti falsi.</a:t>
            </a:r>
            <a:endParaRPr lang="en-US" sz="14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40CA042C-623C-4A8E-4C8C-9DCFAEDDAA00}"/>
              </a:ext>
            </a:extLst>
          </p:cNvPr>
          <p:cNvSpPr txBox="1"/>
          <p:nvPr/>
        </p:nvSpPr>
        <p:spPr>
          <a:xfrm>
            <a:off x="5743973" y="35449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Ragazzi vittime di adescamento o di diffusione di materiale deepfake</a:t>
            </a:r>
            <a:endParaRPr lang="en-US" sz="18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55F301B0-A4FD-3D1D-CD5F-3A93DD0778A3}"/>
              </a:ext>
            </a:extLst>
          </p:cNvPr>
          <p:cNvSpPr txBox="1"/>
          <p:nvPr/>
        </p:nvSpPr>
        <p:spPr>
          <a:xfrm>
            <a:off x="5743973" y="4093544"/>
            <a:ext cx="56559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Hanno vissuto il problema in prima persona e ne conoscono le dinamiche reali.</a:t>
            </a:r>
            <a:endParaRPr lang="en-US" sz="14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E52ABCD-DE3D-4D1B-6904-4C6EC7D1F09D}"/>
              </a:ext>
            </a:extLst>
          </p:cNvPr>
          <p:cNvSpPr txBox="1"/>
          <p:nvPr/>
        </p:nvSpPr>
        <p:spPr>
          <a:xfrm>
            <a:off x="5743973" y="49165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Docenti</a:t>
            </a:r>
            <a:endParaRPr lang="en-US" sz="18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A21B60BF-3EF0-208E-47C6-47DE3A7A2E5F}"/>
              </a:ext>
            </a:extLst>
          </p:cNvPr>
          <p:cNvSpPr txBox="1"/>
          <p:nvPr/>
        </p:nvSpPr>
        <p:spPr>
          <a:xfrm>
            <a:off x="5743973" y="5175584"/>
            <a:ext cx="56559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Osservano i ragazzi ogni giorno e conoscono le procedure della scuola quando emerge un caso.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7" name="Input penna 86">
                <a:extLst>
                  <a:ext uri="{FF2B5EF4-FFF2-40B4-BE49-F238E27FC236}">
                    <a16:creationId xmlns:a16="http://schemas.microsoft.com/office/drawing/2014/main" id="{9F5BB10B-D368-D05E-35BD-96B52260BB3E}"/>
                  </a:ext>
                </a:extLst>
              </p14:cNvPr>
              <p14:cNvContentPartPr/>
              <p14:nvPr/>
            </p14:nvContentPartPr>
            <p14:xfrm>
              <a:off x="3935413" y="2191296"/>
              <a:ext cx="1705320" cy="499320"/>
            </p14:xfrm>
          </p:contentPart>
        </mc:Choice>
        <mc:Fallback xmlns="">
          <p:pic>
            <p:nvPicPr>
              <p:cNvPr id="87" name="Input penna 86">
                <a:extLst>
                  <a:ext uri="{FF2B5EF4-FFF2-40B4-BE49-F238E27FC236}">
                    <a16:creationId xmlns:a16="http://schemas.microsoft.com/office/drawing/2014/main" id="{9F5BB10B-D368-D05E-35BD-96B52260BB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17413" y="2173296"/>
                <a:ext cx="174096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7" name="Input penna 96">
                <a:extLst>
                  <a:ext uri="{FF2B5EF4-FFF2-40B4-BE49-F238E27FC236}">
                    <a16:creationId xmlns:a16="http://schemas.microsoft.com/office/drawing/2014/main" id="{1B32EA48-1382-8F0E-CAC8-2518AA99A0DA}"/>
                  </a:ext>
                </a:extLst>
              </p14:cNvPr>
              <p14:cNvContentPartPr/>
              <p14:nvPr/>
            </p14:nvContentPartPr>
            <p14:xfrm>
              <a:off x="3831165" y="3266263"/>
              <a:ext cx="1739271" cy="997200"/>
            </p14:xfrm>
          </p:contentPart>
        </mc:Choice>
        <mc:Fallback xmlns="">
          <p:pic>
            <p:nvPicPr>
              <p:cNvPr id="97" name="Input penna 96">
                <a:extLst>
                  <a:ext uri="{FF2B5EF4-FFF2-40B4-BE49-F238E27FC236}">
                    <a16:creationId xmlns:a16="http://schemas.microsoft.com/office/drawing/2014/main" id="{1B32EA48-1382-8F0E-CAC8-2518AA99A0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21806" y="3256903"/>
                <a:ext cx="1757988" cy="10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9" name="Input penna 98">
                <a:extLst>
                  <a:ext uri="{FF2B5EF4-FFF2-40B4-BE49-F238E27FC236}">
                    <a16:creationId xmlns:a16="http://schemas.microsoft.com/office/drawing/2014/main" id="{2F4BE582-C658-76FB-2DEF-F4F9506EAEF7}"/>
                  </a:ext>
                </a:extLst>
              </p14:cNvPr>
              <p14:cNvContentPartPr/>
              <p14:nvPr/>
            </p14:nvContentPartPr>
            <p14:xfrm rot="21123061">
              <a:off x="4674314" y="5088943"/>
              <a:ext cx="1047960" cy="386640"/>
            </p14:xfrm>
          </p:contentPart>
        </mc:Choice>
        <mc:Fallback xmlns="">
          <p:pic>
            <p:nvPicPr>
              <p:cNvPr id="99" name="Input penna 98">
                <a:extLst>
                  <a:ext uri="{FF2B5EF4-FFF2-40B4-BE49-F238E27FC236}">
                    <a16:creationId xmlns:a16="http://schemas.microsoft.com/office/drawing/2014/main" id="{2F4BE582-C658-76FB-2DEF-F4F9506EAEF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21123061">
                <a:off x="4664954" y="5079583"/>
                <a:ext cx="1066680" cy="405360"/>
              </a:xfrm>
              <a:prstGeom prst="rect">
                <a:avLst/>
              </a:prstGeom>
            </p:spPr>
          </p:pic>
        </mc:Fallback>
      </mc:AlternateContent>
      <p:pic>
        <p:nvPicPr>
          <p:cNvPr id="108" name="Immagine 107">
            <a:extLst>
              <a:ext uri="{FF2B5EF4-FFF2-40B4-BE49-F238E27FC236}">
                <a16:creationId xmlns:a16="http://schemas.microsoft.com/office/drawing/2014/main" id="{2140DBA2-C095-E33C-840E-456667B767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8045" y="142629"/>
            <a:ext cx="1947672" cy="1947672"/>
          </a:xfrm>
          <a:prstGeom prst="rect">
            <a:avLst/>
          </a:prstGeom>
        </p:spPr>
      </p:pic>
      <p:pic>
        <p:nvPicPr>
          <p:cNvPr id="39" name="Immagine 38">
            <a:extLst>
              <a:ext uri="{FF2B5EF4-FFF2-40B4-BE49-F238E27FC236}">
                <a16:creationId xmlns:a16="http://schemas.microsoft.com/office/drawing/2014/main" id="{313E7383-0E7B-14AF-D4FB-F72D1AB63D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14040" y="1419431"/>
            <a:ext cx="1102670" cy="1102670"/>
          </a:xfrm>
          <a:prstGeom prst="rect">
            <a:avLst/>
          </a:prstGeom>
        </p:spPr>
      </p:pic>
      <p:sp>
        <p:nvSpPr>
          <p:cNvPr id="114" name="Rettangolo 113">
            <a:extLst>
              <a:ext uri="{FF2B5EF4-FFF2-40B4-BE49-F238E27FC236}">
                <a16:creationId xmlns:a16="http://schemas.microsoft.com/office/drawing/2014/main" id="{E572327D-B558-87FB-C1B1-FA996BD43781}"/>
              </a:ext>
            </a:extLst>
          </p:cNvPr>
          <p:cNvSpPr/>
          <p:nvPr/>
        </p:nvSpPr>
        <p:spPr>
          <a:xfrm>
            <a:off x="294113" y="1"/>
            <a:ext cx="348148" cy="6863468"/>
          </a:xfrm>
          <a:prstGeom prst="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521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7CC1-0EA0-E524-A64C-48815EC1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ttangolo 107">
            <a:extLst>
              <a:ext uri="{FF2B5EF4-FFF2-40B4-BE49-F238E27FC236}">
                <a16:creationId xmlns:a16="http://schemas.microsoft.com/office/drawing/2014/main" id="{567E3150-9170-9F93-EB59-0E74B92501E6}"/>
              </a:ext>
            </a:extLst>
          </p:cNvPr>
          <p:cNvSpPr/>
          <p:nvPr/>
        </p:nvSpPr>
        <p:spPr>
          <a:xfrm>
            <a:off x="215023" y="-15658"/>
            <a:ext cx="2050635" cy="689974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E821FA44-1733-A8E2-6171-198BA7AAEC69}"/>
              </a:ext>
            </a:extLst>
          </p:cNvPr>
          <p:cNvSpPr/>
          <p:nvPr/>
        </p:nvSpPr>
        <p:spPr>
          <a:xfrm>
            <a:off x="576036" y="-36279"/>
            <a:ext cx="1976181" cy="6920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27530E47-9F47-FACC-0C6B-CD31ED7C70DA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7</a:t>
            </a:fld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49EDEB-7823-3BE6-B5C5-49C5B37EB24F}"/>
              </a:ext>
            </a:extLst>
          </p:cNvPr>
          <p:cNvSpPr txBox="1"/>
          <p:nvPr/>
        </p:nvSpPr>
        <p:spPr>
          <a:xfrm>
            <a:off x="748867" y="1031842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8800" b="1" kern="0" spc="-4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indagine</a:t>
            </a:r>
            <a:endParaRPr lang="en-US" sz="8800" dirty="0"/>
          </a:p>
          <a:p>
            <a:pPr>
              <a:lnSpc>
                <a:spcPct val="86000"/>
              </a:lnSpc>
            </a:pPr>
            <a:r>
              <a:rPr lang="en-US" sz="8800" b="1" kern="0" spc="-4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quantitativa</a:t>
            </a:r>
            <a:endParaRPr lang="en-US" sz="8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3CFC1E-622D-0904-772A-58EC593C6FE0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8810E6-0B4E-EFB8-E0D6-30F001D0E326}"/>
              </a:ext>
            </a:extLst>
          </p:cNvPr>
          <p:cNvSpPr txBox="1"/>
          <p:nvPr/>
        </p:nvSpPr>
        <p:spPr>
          <a:xfrm>
            <a:off x="822394" y="3469625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questionario online · google form</a:t>
            </a:r>
            <a:endParaRPr lang="en-US" sz="15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4C8E099-E650-B01E-8F96-9D879B5B23F5}"/>
              </a:ext>
            </a:extLst>
          </p:cNvPr>
          <p:cNvSpPr txBox="1"/>
          <p:nvPr/>
        </p:nvSpPr>
        <p:spPr>
          <a:xfrm>
            <a:off x="840846" y="3835385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Diffuso in diverse scuole e zone d'Italia a ragazzi tra 14 e 17 anni. Domande chiuse, scale 1–5 e una domanda aperta.</a:t>
            </a:r>
            <a:endParaRPr lang="en-US" sz="14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682E697-8EF6-60D6-C05C-0A9FBB18EE99}"/>
              </a:ext>
            </a:extLst>
          </p:cNvPr>
          <p:cNvSpPr txBox="1"/>
          <p:nvPr/>
        </p:nvSpPr>
        <p:spPr>
          <a:xfrm rot="16200000">
            <a:off x="10338594" y="491363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— questionario</a:t>
            </a:r>
            <a:endParaRPr lang="en-US" sz="1200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8AE8B63-ACDA-2389-B7E5-D0F68A865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077" y="0"/>
            <a:ext cx="459486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Input penna 26">
                <a:extLst>
                  <a:ext uri="{FF2B5EF4-FFF2-40B4-BE49-F238E27FC236}">
                    <a16:creationId xmlns:a16="http://schemas.microsoft.com/office/drawing/2014/main" id="{DD2A1741-5F20-290C-D874-897FAFE74A81}"/>
                  </a:ext>
                </a:extLst>
              </p14:cNvPr>
              <p14:cNvContentPartPr/>
              <p14:nvPr/>
            </p14:nvContentPartPr>
            <p14:xfrm>
              <a:off x="8027640" y="4110030"/>
              <a:ext cx="933120" cy="1545120"/>
            </p14:xfrm>
          </p:contentPart>
        </mc:Choice>
        <mc:Fallback xmlns="">
          <p:pic>
            <p:nvPicPr>
              <p:cNvPr id="27" name="Input penna 26">
                <a:extLst>
                  <a:ext uri="{FF2B5EF4-FFF2-40B4-BE49-F238E27FC236}">
                    <a16:creationId xmlns:a16="http://schemas.microsoft.com/office/drawing/2014/main" id="{DD2A1741-5F20-290C-D874-897FAFE74A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09640" y="4092030"/>
                <a:ext cx="968760" cy="158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Input penna 27">
                <a:extLst>
                  <a:ext uri="{FF2B5EF4-FFF2-40B4-BE49-F238E27FC236}">
                    <a16:creationId xmlns:a16="http://schemas.microsoft.com/office/drawing/2014/main" id="{FFF28C1D-5A75-A851-548C-21D30798A079}"/>
                  </a:ext>
                </a:extLst>
              </p14:cNvPr>
              <p14:cNvContentPartPr/>
              <p14:nvPr/>
            </p14:nvContentPartPr>
            <p14:xfrm>
              <a:off x="8696520" y="2194470"/>
              <a:ext cx="470160" cy="321840"/>
            </p14:xfrm>
          </p:contentPart>
        </mc:Choice>
        <mc:Fallback xmlns="">
          <p:pic>
            <p:nvPicPr>
              <p:cNvPr id="28" name="Input penna 27">
                <a:extLst>
                  <a:ext uri="{FF2B5EF4-FFF2-40B4-BE49-F238E27FC236}">
                    <a16:creationId xmlns:a16="http://schemas.microsoft.com/office/drawing/2014/main" id="{FFF28C1D-5A75-A851-548C-21D30798A0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78520" y="2176470"/>
                <a:ext cx="50580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uppo 32">
            <a:extLst>
              <a:ext uri="{FF2B5EF4-FFF2-40B4-BE49-F238E27FC236}">
                <a16:creationId xmlns:a16="http://schemas.microsoft.com/office/drawing/2014/main" id="{9F0DC873-FD12-5864-8921-7271F29D9801}"/>
              </a:ext>
            </a:extLst>
          </p:cNvPr>
          <p:cNvGrpSpPr/>
          <p:nvPr/>
        </p:nvGrpSpPr>
        <p:grpSpPr>
          <a:xfrm>
            <a:off x="8652240" y="2027790"/>
            <a:ext cx="492120" cy="429840"/>
            <a:chOff x="8652240" y="2027790"/>
            <a:chExt cx="492120" cy="4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Input penna 29">
                  <a:extLst>
                    <a:ext uri="{FF2B5EF4-FFF2-40B4-BE49-F238E27FC236}">
                      <a16:creationId xmlns:a16="http://schemas.microsoft.com/office/drawing/2014/main" id="{4B521A50-B553-4081-CABD-9C82E619B50F}"/>
                    </a:ext>
                  </a:extLst>
                </p14:cNvPr>
                <p14:cNvContentPartPr/>
                <p14:nvPr/>
              </p14:nvContentPartPr>
              <p14:xfrm>
                <a:off x="9056520" y="2225790"/>
                <a:ext cx="87840" cy="231840"/>
              </p14:xfrm>
            </p:contentPart>
          </mc:Choice>
          <mc:Fallback xmlns="">
            <p:pic>
              <p:nvPicPr>
                <p:cNvPr id="30" name="Input penna 29">
                  <a:extLst>
                    <a:ext uri="{FF2B5EF4-FFF2-40B4-BE49-F238E27FC236}">
                      <a16:creationId xmlns:a16="http://schemas.microsoft.com/office/drawing/2014/main" id="{4B521A50-B553-4081-CABD-9C82E619B5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38520" y="2207790"/>
                  <a:ext cx="1234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Input penna 30">
                  <a:extLst>
                    <a:ext uri="{FF2B5EF4-FFF2-40B4-BE49-F238E27FC236}">
                      <a16:creationId xmlns:a16="http://schemas.microsoft.com/office/drawing/2014/main" id="{A49F5D93-D9E0-1782-38DE-B41345C9DF60}"/>
                    </a:ext>
                  </a:extLst>
                </p14:cNvPr>
                <p14:cNvContentPartPr/>
                <p14:nvPr/>
              </p14:nvContentPartPr>
              <p14:xfrm>
                <a:off x="8652240" y="2027790"/>
                <a:ext cx="267840" cy="207000"/>
              </p14:xfrm>
            </p:contentPart>
          </mc:Choice>
          <mc:Fallback xmlns="">
            <p:pic>
              <p:nvPicPr>
                <p:cNvPr id="31" name="Input penna 30">
                  <a:extLst>
                    <a:ext uri="{FF2B5EF4-FFF2-40B4-BE49-F238E27FC236}">
                      <a16:creationId xmlns:a16="http://schemas.microsoft.com/office/drawing/2014/main" id="{A49F5D93-D9E0-1782-38DE-B41345C9DF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34600" y="2009790"/>
                  <a:ext cx="30348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6" name="Input penna 35">
                <a:extLst>
                  <a:ext uri="{FF2B5EF4-FFF2-40B4-BE49-F238E27FC236}">
                    <a16:creationId xmlns:a16="http://schemas.microsoft.com/office/drawing/2014/main" id="{A5D6EDFE-A6DD-DE66-8B78-E7C3D474161A}"/>
                  </a:ext>
                </a:extLst>
              </p14:cNvPr>
              <p14:cNvContentPartPr/>
              <p14:nvPr/>
            </p14:nvContentPartPr>
            <p14:xfrm>
              <a:off x="8789400" y="548550"/>
              <a:ext cx="1348920" cy="674640"/>
            </p14:xfrm>
          </p:contentPart>
        </mc:Choice>
        <mc:Fallback xmlns="">
          <p:pic>
            <p:nvPicPr>
              <p:cNvPr id="36" name="Input penna 35">
                <a:extLst>
                  <a:ext uri="{FF2B5EF4-FFF2-40B4-BE49-F238E27FC236}">
                    <a16:creationId xmlns:a16="http://schemas.microsoft.com/office/drawing/2014/main" id="{A5D6EDFE-A6DD-DE66-8B78-E7C3D474161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71760" y="530550"/>
                <a:ext cx="1384560" cy="7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2" name="Input penna 41">
                <a:extLst>
                  <a:ext uri="{FF2B5EF4-FFF2-40B4-BE49-F238E27FC236}">
                    <a16:creationId xmlns:a16="http://schemas.microsoft.com/office/drawing/2014/main" id="{1F39D4F1-58A4-38FF-17CF-E1148667BDFE}"/>
                  </a:ext>
                </a:extLst>
              </p14:cNvPr>
              <p14:cNvContentPartPr/>
              <p14:nvPr/>
            </p14:nvContentPartPr>
            <p14:xfrm>
              <a:off x="9212400" y="3852596"/>
              <a:ext cx="982440" cy="2582674"/>
            </p14:xfrm>
          </p:contentPart>
        </mc:Choice>
        <mc:Fallback xmlns="">
          <p:pic>
            <p:nvPicPr>
              <p:cNvPr id="42" name="Input penna 41">
                <a:extLst>
                  <a:ext uri="{FF2B5EF4-FFF2-40B4-BE49-F238E27FC236}">
                    <a16:creationId xmlns:a16="http://schemas.microsoft.com/office/drawing/2014/main" id="{1F39D4F1-58A4-38FF-17CF-E1148667BDF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194400" y="3834956"/>
                <a:ext cx="1018080" cy="26183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6" name="Input penna 45">
                <a:extLst>
                  <a:ext uri="{FF2B5EF4-FFF2-40B4-BE49-F238E27FC236}">
                    <a16:creationId xmlns:a16="http://schemas.microsoft.com/office/drawing/2014/main" id="{2E032620-33E7-EC04-C780-A27132F79908}"/>
                  </a:ext>
                </a:extLst>
              </p14:cNvPr>
              <p14:cNvContentPartPr/>
              <p14:nvPr/>
            </p14:nvContentPartPr>
            <p14:xfrm>
              <a:off x="9200880" y="6400710"/>
              <a:ext cx="400320" cy="34560"/>
            </p14:xfrm>
          </p:contentPart>
        </mc:Choice>
        <mc:Fallback xmlns="">
          <p:pic>
            <p:nvPicPr>
              <p:cNvPr id="46" name="Input penna 45">
                <a:extLst>
                  <a:ext uri="{FF2B5EF4-FFF2-40B4-BE49-F238E27FC236}">
                    <a16:creationId xmlns:a16="http://schemas.microsoft.com/office/drawing/2014/main" id="{2E032620-33E7-EC04-C780-A27132F7990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182880" y="6382710"/>
                <a:ext cx="4359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0" name="Input penna 49">
                <a:extLst>
                  <a:ext uri="{FF2B5EF4-FFF2-40B4-BE49-F238E27FC236}">
                    <a16:creationId xmlns:a16="http://schemas.microsoft.com/office/drawing/2014/main" id="{E97B67D8-7AF8-6289-3F0C-94E3AD1844CE}"/>
                  </a:ext>
                </a:extLst>
              </p14:cNvPr>
              <p14:cNvContentPartPr/>
              <p14:nvPr/>
            </p14:nvContentPartPr>
            <p14:xfrm>
              <a:off x="7177680" y="1577070"/>
              <a:ext cx="857520" cy="183600"/>
            </p14:xfrm>
          </p:contentPart>
        </mc:Choice>
        <mc:Fallback xmlns="">
          <p:pic>
            <p:nvPicPr>
              <p:cNvPr id="50" name="Input penna 49">
                <a:extLst>
                  <a:ext uri="{FF2B5EF4-FFF2-40B4-BE49-F238E27FC236}">
                    <a16:creationId xmlns:a16="http://schemas.microsoft.com/office/drawing/2014/main" id="{E97B67D8-7AF8-6289-3F0C-94E3AD1844C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160040" y="1559070"/>
                <a:ext cx="89316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uppo 79">
            <a:extLst>
              <a:ext uri="{FF2B5EF4-FFF2-40B4-BE49-F238E27FC236}">
                <a16:creationId xmlns:a16="http://schemas.microsoft.com/office/drawing/2014/main" id="{1118FA89-BDD1-8063-14B4-B50A8E3FBAB7}"/>
              </a:ext>
            </a:extLst>
          </p:cNvPr>
          <p:cNvGrpSpPr/>
          <p:nvPr/>
        </p:nvGrpSpPr>
        <p:grpSpPr>
          <a:xfrm>
            <a:off x="4581360" y="1312470"/>
            <a:ext cx="5807160" cy="1911600"/>
            <a:chOff x="4581360" y="1312470"/>
            <a:chExt cx="5807160" cy="19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put penna 15">
                  <a:extLst>
                    <a:ext uri="{FF2B5EF4-FFF2-40B4-BE49-F238E27FC236}">
                      <a16:creationId xmlns:a16="http://schemas.microsoft.com/office/drawing/2014/main" id="{0E9015A0-CEA0-DF86-9821-1ADD0F898DB8}"/>
                    </a:ext>
                  </a:extLst>
                </p14:cNvPr>
                <p14:cNvContentPartPr/>
                <p14:nvPr/>
              </p14:nvContentPartPr>
              <p14:xfrm>
                <a:off x="7827480" y="1998270"/>
                <a:ext cx="678240" cy="665640"/>
              </p14:xfrm>
            </p:contentPart>
          </mc:Choice>
          <mc:Fallback xmlns="">
            <p:pic>
              <p:nvPicPr>
                <p:cNvPr id="16" name="Input penna 15">
                  <a:extLst>
                    <a:ext uri="{FF2B5EF4-FFF2-40B4-BE49-F238E27FC236}">
                      <a16:creationId xmlns:a16="http://schemas.microsoft.com/office/drawing/2014/main" id="{0E9015A0-CEA0-DF86-9821-1ADD0F898D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09480" y="1980270"/>
                  <a:ext cx="71388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put penna 16">
                  <a:extLst>
                    <a:ext uri="{FF2B5EF4-FFF2-40B4-BE49-F238E27FC236}">
                      <a16:creationId xmlns:a16="http://schemas.microsoft.com/office/drawing/2014/main" id="{8AC5A9AA-A7CD-DFDC-9B9D-0764AF205E90}"/>
                    </a:ext>
                  </a:extLst>
                </p14:cNvPr>
                <p14:cNvContentPartPr/>
                <p14:nvPr/>
              </p14:nvContentPartPr>
              <p14:xfrm>
                <a:off x="9669600" y="2582910"/>
                <a:ext cx="718920" cy="641160"/>
              </p14:xfrm>
            </p:contentPart>
          </mc:Choice>
          <mc:Fallback xmlns="">
            <p:pic>
              <p:nvPicPr>
                <p:cNvPr id="17" name="Input penna 16">
                  <a:extLst>
                    <a:ext uri="{FF2B5EF4-FFF2-40B4-BE49-F238E27FC236}">
                      <a16:creationId xmlns:a16="http://schemas.microsoft.com/office/drawing/2014/main" id="{8AC5A9AA-A7CD-DFDC-9B9D-0764AF205E9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51600" y="2565270"/>
                  <a:ext cx="75456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put penna 17">
                  <a:extLst>
                    <a:ext uri="{FF2B5EF4-FFF2-40B4-BE49-F238E27FC236}">
                      <a16:creationId xmlns:a16="http://schemas.microsoft.com/office/drawing/2014/main" id="{47AF8B8A-623C-F617-0AE7-8B62089F28DB}"/>
                    </a:ext>
                  </a:extLst>
                </p14:cNvPr>
                <p14:cNvContentPartPr/>
                <p14:nvPr/>
              </p14:nvContentPartPr>
              <p14:xfrm>
                <a:off x="9761040" y="2615310"/>
                <a:ext cx="433800" cy="596520"/>
              </p14:xfrm>
            </p:contentPart>
          </mc:Choice>
          <mc:Fallback xmlns="">
            <p:pic>
              <p:nvPicPr>
                <p:cNvPr id="18" name="Input penna 17">
                  <a:extLst>
                    <a:ext uri="{FF2B5EF4-FFF2-40B4-BE49-F238E27FC236}">
                      <a16:creationId xmlns:a16="http://schemas.microsoft.com/office/drawing/2014/main" id="{47AF8B8A-623C-F617-0AE7-8B62089F28D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43040" y="2597670"/>
                  <a:ext cx="46944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9" name="Input penna 78">
                  <a:extLst>
                    <a:ext uri="{FF2B5EF4-FFF2-40B4-BE49-F238E27FC236}">
                      <a16:creationId xmlns:a16="http://schemas.microsoft.com/office/drawing/2014/main" id="{85EA9800-D8C5-071E-2E76-F6D161BCDC65}"/>
                    </a:ext>
                  </a:extLst>
                </p14:cNvPr>
                <p14:cNvContentPartPr/>
                <p14:nvPr/>
              </p14:nvContentPartPr>
              <p14:xfrm>
                <a:off x="4581360" y="1312470"/>
                <a:ext cx="4026240" cy="1362960"/>
              </p14:xfrm>
            </p:contentPart>
          </mc:Choice>
          <mc:Fallback xmlns="">
            <p:pic>
              <p:nvPicPr>
                <p:cNvPr id="79" name="Input penna 78">
                  <a:extLst>
                    <a:ext uri="{FF2B5EF4-FFF2-40B4-BE49-F238E27FC236}">
                      <a16:creationId xmlns:a16="http://schemas.microsoft.com/office/drawing/2014/main" id="{85EA9800-D8C5-071E-2E76-F6D161BCDC6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63360" y="1294470"/>
                  <a:ext cx="4061880" cy="139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8266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6DEE4-3A56-9B3B-963E-2B30E85A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0CE91A6-BA30-EFF9-F594-49BAF5A40893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C3C09C80-BAC4-A69C-30AB-29721D4D1D61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8</a:t>
            </a:fld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9D6D36-4CCF-6D40-2361-818E658FE3F4}"/>
              </a:ext>
            </a:extLst>
          </p:cNvPr>
          <p:cNvSpPr txBox="1">
            <a:spLocks/>
          </p:cNvSpPr>
          <p:nvPr/>
        </p:nvSpPr>
        <p:spPr>
          <a:xfrm>
            <a:off x="1028700" y="877824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il </a:t>
            </a:r>
            <a:r>
              <a:rPr lang="en-US" sz="46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campione</a:t>
            </a:r>
            <a:endParaRPr lang="en-US" sz="46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847A91D0-AA09-BB73-F18D-63662EB7E6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9996712"/>
              </p:ext>
            </p:extLst>
          </p:nvPr>
        </p:nvGraphicFramePr>
        <p:xfrm>
          <a:off x="914400" y="196596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1">
            <a:extLst>
              <a:ext uri="{FF2B5EF4-FFF2-40B4-BE49-F238E27FC236}">
                <a16:creationId xmlns:a16="http://schemas.microsoft.com/office/drawing/2014/main" id="{BEBBFD3F-18BF-99A1-668C-6FA0DF75CCD4}"/>
              </a:ext>
            </a:extLst>
          </p:cNvPr>
          <p:cNvSpPr txBox="1"/>
          <p:nvPr/>
        </p:nvSpPr>
        <p:spPr>
          <a:xfrm>
            <a:off x="1572768" y="2871216"/>
            <a:ext cx="1426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62%</a:t>
            </a:r>
            <a:endParaRPr lang="en-US" sz="21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ha 16–17 anni</a:t>
            </a:r>
            <a:endParaRPr lang="en-US" sz="2100" dirty="0"/>
          </a:p>
        </p:txBody>
      </p:sp>
      <p:pic>
        <p:nvPicPr>
          <p:cNvPr id="13" name="Image 0" descr="/home/claude/work/build/assets/d22.png">
            <a:extLst>
              <a:ext uri="{FF2B5EF4-FFF2-40B4-BE49-F238E27FC236}">
                <a16:creationId xmlns:a16="http://schemas.microsoft.com/office/drawing/2014/main" id="{4860EE2B-9837-EB09-BFA7-11BBB3FE1E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00" y="1791202"/>
            <a:ext cx="3200400" cy="3200400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9C84758D-25E4-AC34-9CBB-66B0C06618D8}"/>
              </a:ext>
            </a:extLst>
          </p:cNvPr>
          <p:cNvSpPr txBox="1"/>
          <p:nvPr/>
        </p:nvSpPr>
        <p:spPr>
          <a:xfrm>
            <a:off x="3905631" y="23500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quanti anni hai?</a:t>
            </a:r>
            <a:endParaRPr lang="en-US" sz="12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C73CC38-58BA-2B0D-1E13-F60C7019B10A}"/>
              </a:ext>
            </a:extLst>
          </p:cNvPr>
          <p:cNvSpPr txBox="1"/>
          <p:nvPr/>
        </p:nvSpPr>
        <p:spPr>
          <a:xfrm>
            <a:off x="3931920" y="2624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104 risposte</a:t>
            </a:r>
            <a:endParaRPr lang="en-US" sz="10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052CA85A-BFBF-1CA9-60D2-7D2807E2AEF5}"/>
              </a:ext>
            </a:extLst>
          </p:cNvPr>
          <p:cNvSpPr/>
          <p:nvPr/>
        </p:nvSpPr>
        <p:spPr>
          <a:xfrm>
            <a:off x="3931920" y="3044952"/>
            <a:ext cx="164592" cy="164592"/>
          </a:xfrm>
          <a:prstGeom prst="ellipse">
            <a:avLst/>
          </a:prstGeom>
          <a:solidFill>
            <a:srgbClr val="1700E8"/>
          </a:solidFill>
          <a:ln w="12700">
            <a:solidFill>
              <a:srgbClr val="170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8EEA860A-5E03-E1E7-C1DC-DCDA6821A0B3}"/>
              </a:ext>
            </a:extLst>
          </p:cNvPr>
          <p:cNvSpPr txBox="1"/>
          <p:nvPr/>
        </p:nvSpPr>
        <p:spPr>
          <a:xfrm>
            <a:off x="4206240" y="2971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11,5%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14 anni</a:t>
            </a:r>
            <a:endParaRPr lang="en-US" sz="13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C9559E98-BB57-2DFF-AFB1-AAB7B6EDA7CF}"/>
              </a:ext>
            </a:extLst>
          </p:cNvPr>
          <p:cNvSpPr/>
          <p:nvPr/>
        </p:nvSpPr>
        <p:spPr>
          <a:xfrm>
            <a:off x="3931920" y="3410712"/>
            <a:ext cx="164592" cy="164592"/>
          </a:xfrm>
          <a:prstGeom prst="ellipse">
            <a:avLst/>
          </a:prstGeom>
          <a:solidFill>
            <a:srgbClr val="2C5ED3"/>
          </a:solidFill>
          <a:ln w="12700">
            <a:solidFill>
              <a:srgbClr val="2C5ED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83586F5C-D888-1BFB-D2B5-F802A84CB49B}"/>
              </a:ext>
            </a:extLst>
          </p:cNvPr>
          <p:cNvSpPr txBox="1"/>
          <p:nvPr/>
        </p:nvSpPr>
        <p:spPr>
          <a:xfrm>
            <a:off x="4206240" y="3337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26,0%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15 anni</a:t>
            </a:r>
            <a:endParaRPr lang="en-US" sz="13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75E27455-8901-8912-E945-45EA3F3D7A55}"/>
              </a:ext>
            </a:extLst>
          </p:cNvPr>
          <p:cNvSpPr/>
          <p:nvPr/>
        </p:nvSpPr>
        <p:spPr>
          <a:xfrm>
            <a:off x="3931920" y="3776472"/>
            <a:ext cx="164592" cy="164592"/>
          </a:xfrm>
          <a:prstGeom prst="ellipse">
            <a:avLst/>
          </a:prstGeom>
          <a:solidFill>
            <a:srgbClr val="FFA02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3B8030C8-2B37-690C-6645-4880F523E632}"/>
              </a:ext>
            </a:extLst>
          </p:cNvPr>
          <p:cNvSpPr txBox="1"/>
          <p:nvPr/>
        </p:nvSpPr>
        <p:spPr>
          <a:xfrm>
            <a:off x="4206240" y="3703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32,7%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16 anni</a:t>
            </a:r>
            <a:endParaRPr lang="en-US" sz="13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D6D0C3BE-222A-C32B-BDAF-802116A2BA14}"/>
              </a:ext>
            </a:extLst>
          </p:cNvPr>
          <p:cNvSpPr/>
          <p:nvPr/>
        </p:nvSpPr>
        <p:spPr>
          <a:xfrm>
            <a:off x="3931920" y="4142232"/>
            <a:ext cx="164592" cy="164592"/>
          </a:xfrm>
          <a:prstGeom prst="ellipse">
            <a:avLst/>
          </a:prstGeom>
          <a:solidFill>
            <a:srgbClr val="FF453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8E540E15-CF72-2CC9-FE5D-79BC6AE7B98F}"/>
              </a:ext>
            </a:extLst>
          </p:cNvPr>
          <p:cNvSpPr txBox="1"/>
          <p:nvPr/>
        </p:nvSpPr>
        <p:spPr>
          <a:xfrm>
            <a:off x="4206240" y="4069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29,8%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17 anni</a:t>
            </a:r>
            <a:endParaRPr lang="en-US" sz="1300" dirty="0"/>
          </a:p>
        </p:txBody>
      </p:sp>
      <p:graphicFrame>
        <p:nvGraphicFramePr>
          <p:cNvPr id="31" name="Chart 1">
            <a:extLst>
              <a:ext uri="{FF2B5EF4-FFF2-40B4-BE49-F238E27FC236}">
                <a16:creationId xmlns:a16="http://schemas.microsoft.com/office/drawing/2014/main" id="{91B7E261-85C5-5426-7E53-6F36D37EAC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8512958"/>
              </p:ext>
            </p:extLst>
          </p:nvPr>
        </p:nvGraphicFramePr>
        <p:xfrm>
          <a:off x="6335649" y="260604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2" name="Text 12">
            <a:extLst>
              <a:ext uri="{FF2B5EF4-FFF2-40B4-BE49-F238E27FC236}">
                <a16:creationId xmlns:a16="http://schemas.microsoft.com/office/drawing/2014/main" id="{602D3BB4-FF17-FD65-C700-95C778BCE3F7}"/>
              </a:ext>
            </a:extLst>
          </p:cNvPr>
          <p:cNvSpPr txBox="1"/>
          <p:nvPr/>
        </p:nvSpPr>
        <p:spPr>
          <a:xfrm>
            <a:off x="6994017" y="3511296"/>
            <a:ext cx="1426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83,5%</a:t>
            </a:r>
            <a:endParaRPr lang="en-US" sz="21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maschi</a:t>
            </a:r>
            <a:endParaRPr lang="en-US" sz="21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EDE9FEB5-52AD-D13A-AC57-5011733DD50F}"/>
              </a:ext>
            </a:extLst>
          </p:cNvPr>
          <p:cNvSpPr txBox="1"/>
          <p:nvPr/>
        </p:nvSpPr>
        <p:spPr>
          <a:xfrm>
            <a:off x="9353169" y="29352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genere</a:t>
            </a:r>
            <a:endParaRPr lang="en-US" sz="12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D299D253-5CB5-BFB0-BEE4-87C25744ABEC}"/>
              </a:ext>
            </a:extLst>
          </p:cNvPr>
          <p:cNvSpPr txBox="1"/>
          <p:nvPr/>
        </p:nvSpPr>
        <p:spPr>
          <a:xfrm>
            <a:off x="9353169" y="3264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103 risposte</a:t>
            </a:r>
            <a:endParaRPr lang="en-US" sz="1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80317FFA-9B4D-EF71-CCC1-E258EB7932A9}"/>
              </a:ext>
            </a:extLst>
          </p:cNvPr>
          <p:cNvSpPr/>
          <p:nvPr/>
        </p:nvSpPr>
        <p:spPr>
          <a:xfrm>
            <a:off x="9353169" y="3685032"/>
            <a:ext cx="164592" cy="164592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0579A45F-ECEE-D556-AD24-7A8D19428863}"/>
              </a:ext>
            </a:extLst>
          </p:cNvPr>
          <p:cNvSpPr txBox="1"/>
          <p:nvPr/>
        </p:nvSpPr>
        <p:spPr>
          <a:xfrm>
            <a:off x="9627489" y="36118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83,5%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Maschio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7B9A43ED-612C-D2FA-0637-00BB53D8BF13}"/>
              </a:ext>
            </a:extLst>
          </p:cNvPr>
          <p:cNvSpPr/>
          <p:nvPr/>
        </p:nvSpPr>
        <p:spPr>
          <a:xfrm>
            <a:off x="9353169" y="4050792"/>
            <a:ext cx="164592" cy="164592"/>
          </a:xfrm>
          <a:prstGeom prst="ellipse">
            <a:avLst/>
          </a:prstGeom>
          <a:solidFill>
            <a:srgbClr val="2C5ED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73D11028-E3B1-F2CE-CA61-BF283A9BCC1F}"/>
              </a:ext>
            </a:extLst>
          </p:cNvPr>
          <p:cNvSpPr txBox="1"/>
          <p:nvPr/>
        </p:nvSpPr>
        <p:spPr>
          <a:xfrm>
            <a:off x="9627489" y="3977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10,7%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Femmina</a:t>
            </a:r>
            <a:endParaRPr lang="en-US" sz="1300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8BFA4CC4-B7BE-7889-F856-F893F5A205A5}"/>
              </a:ext>
            </a:extLst>
          </p:cNvPr>
          <p:cNvSpPr/>
          <p:nvPr/>
        </p:nvSpPr>
        <p:spPr>
          <a:xfrm>
            <a:off x="9353169" y="4416552"/>
            <a:ext cx="164592" cy="164592"/>
          </a:xfrm>
          <a:prstGeom prst="ellipse">
            <a:avLst/>
          </a:prstGeom>
          <a:solidFill>
            <a:srgbClr val="FF4538"/>
          </a:solidFill>
          <a:ln w="12700">
            <a:solidFill>
              <a:srgbClr val="FFA0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DE7EE11D-B2F7-B7CC-3250-3F08C4BD9CD8}"/>
              </a:ext>
            </a:extLst>
          </p:cNvPr>
          <p:cNvSpPr txBox="1"/>
          <p:nvPr/>
        </p:nvSpPr>
        <p:spPr>
          <a:xfrm>
            <a:off x="9627489" y="43434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4,9%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Non binario</a:t>
            </a:r>
            <a:endParaRPr lang="en-US" sz="1300" dirty="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CB9E6E06-B744-37DC-17CF-3201E4A4CF0A}"/>
              </a:ext>
            </a:extLst>
          </p:cNvPr>
          <p:cNvSpPr/>
          <p:nvPr/>
        </p:nvSpPr>
        <p:spPr>
          <a:xfrm>
            <a:off x="9353169" y="4782312"/>
            <a:ext cx="164592" cy="164592"/>
          </a:xfrm>
          <a:prstGeom prst="ellipse">
            <a:avLst/>
          </a:prstGeom>
          <a:solidFill>
            <a:srgbClr val="FFA02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4E21FAC6-D6C6-E846-DC4D-F62732DA97CD}"/>
              </a:ext>
            </a:extLst>
          </p:cNvPr>
          <p:cNvSpPr txBox="1"/>
          <p:nvPr/>
        </p:nvSpPr>
        <p:spPr>
          <a:xfrm>
            <a:off x="9627489" y="47091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Preferisco non dirlo</a:t>
            </a:r>
            <a:endParaRPr lang="en-US" sz="1300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58BE5211-8F96-6E21-3C1F-9FD4DCE82244}"/>
              </a:ext>
            </a:extLst>
          </p:cNvPr>
          <p:cNvSpPr txBox="1"/>
          <p:nvPr/>
        </p:nvSpPr>
        <p:spPr>
          <a:xfrm>
            <a:off x="6720840" y="5477256"/>
            <a:ext cx="4716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Centrato sulla fascia target ma quasi tutto maschile: per le ragazze ci affidiamo soprattutto alle interviste.</a:t>
            </a:r>
            <a:endParaRPr lang="en-US" sz="1400" dirty="0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9B6CE4FB-AB2B-96FA-CD17-F5CB87DAF4BC}"/>
              </a:ext>
            </a:extLst>
          </p:cNvPr>
          <p:cNvSpPr/>
          <p:nvPr/>
        </p:nvSpPr>
        <p:spPr>
          <a:xfrm>
            <a:off x="220817" y="-172720"/>
            <a:ext cx="405215" cy="7315199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4" name="Immagine 63">
            <a:extLst>
              <a:ext uri="{FF2B5EF4-FFF2-40B4-BE49-F238E27FC236}">
                <a16:creationId xmlns:a16="http://schemas.microsoft.com/office/drawing/2014/main" id="{155BBC3B-6B6C-38EF-085D-9FA41B8E0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0735" y="225560"/>
            <a:ext cx="1224867" cy="1085072"/>
          </a:xfrm>
          <a:prstGeom prst="rect">
            <a:avLst/>
          </a:prstGeom>
        </p:spPr>
      </p:pic>
      <p:pic>
        <p:nvPicPr>
          <p:cNvPr id="66" name="Immagine 65">
            <a:extLst>
              <a:ext uri="{FF2B5EF4-FFF2-40B4-BE49-F238E27FC236}">
                <a16:creationId xmlns:a16="http://schemas.microsoft.com/office/drawing/2014/main" id="{43463B86-BCBE-44F8-E109-76B33BEB5A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6012" y="233724"/>
            <a:ext cx="1910474" cy="140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8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3A396-2268-0298-45BB-C6303EAB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magine 97">
            <a:extLst>
              <a:ext uri="{FF2B5EF4-FFF2-40B4-BE49-F238E27FC236}">
                <a16:creationId xmlns:a16="http://schemas.microsoft.com/office/drawing/2014/main" id="{EA4347BC-EB25-4977-DCE3-2E4868F8E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953" y="4636252"/>
            <a:ext cx="1125293" cy="2007486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F59C41A-9A6D-9CB0-E714-F5B8B217CAA5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62536F3C-8E35-E4A5-4DEB-68516F2B4EDF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9</a:t>
            </a:fld>
            <a:endParaRPr lang="en-US" dirty="0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E9F2148D-7545-2D44-A873-E4884768A70F}"/>
              </a:ext>
            </a:extLst>
          </p:cNvPr>
          <p:cNvSpPr/>
          <p:nvPr/>
        </p:nvSpPr>
        <p:spPr>
          <a:xfrm>
            <a:off x="220817" y="1"/>
            <a:ext cx="405215" cy="685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78232F60-0B31-F407-61FF-23AD4995049C}"/>
              </a:ext>
            </a:extLst>
          </p:cNvPr>
          <p:cNvSpPr txBox="1">
            <a:spLocks/>
          </p:cNvSpPr>
          <p:nvPr/>
        </p:nvSpPr>
        <p:spPr>
          <a:xfrm>
            <a:off x="853441" y="591499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dove </a:t>
            </a:r>
            <a:r>
              <a:rPr lang="en-US" sz="46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scrivono</a:t>
            </a:r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</a:t>
            </a:r>
            <a:endParaRPr lang="en-US" sz="4600" dirty="0"/>
          </a:p>
          <a:p>
            <a:pPr algn="l"/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chi </a:t>
            </a:r>
            <a:r>
              <a:rPr lang="en-US" sz="46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rispondono</a:t>
            </a:r>
            <a:endParaRPr lang="en-US" sz="4600" dirty="0"/>
          </a:p>
        </p:txBody>
      </p:sp>
      <p:sp>
        <p:nvSpPr>
          <p:cNvPr id="68" name="Text 1">
            <a:extLst>
              <a:ext uri="{FF2B5EF4-FFF2-40B4-BE49-F238E27FC236}">
                <a16:creationId xmlns:a16="http://schemas.microsoft.com/office/drawing/2014/main" id="{AA05F3E3-E085-6976-BD03-8A19D42E718B}"/>
              </a:ext>
            </a:extLst>
          </p:cNvPr>
          <p:cNvSpPr txBox="1"/>
          <p:nvPr/>
        </p:nvSpPr>
        <p:spPr>
          <a:xfrm>
            <a:off x="899642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quali app usi per scrivere con altre persone?</a:t>
            </a:r>
            <a:endParaRPr lang="en-US" sz="1200" dirty="0"/>
          </a:p>
        </p:txBody>
      </p:sp>
      <p:sp>
        <p:nvSpPr>
          <p:cNvPr id="69" name="Text 2">
            <a:extLst>
              <a:ext uri="{FF2B5EF4-FFF2-40B4-BE49-F238E27FC236}">
                <a16:creationId xmlns:a16="http://schemas.microsoft.com/office/drawing/2014/main" id="{7D655F7A-22B0-5AA4-1A47-E44B4D140F3B}"/>
              </a:ext>
            </a:extLst>
          </p:cNvPr>
          <p:cNvSpPr txBox="1"/>
          <p:nvPr/>
        </p:nvSpPr>
        <p:spPr>
          <a:xfrm>
            <a:off x="899642" y="2542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103 risposte · più risposte possibili</a:t>
            </a:r>
            <a:endParaRPr lang="en-US" sz="1000" dirty="0"/>
          </a:p>
        </p:txBody>
      </p:sp>
      <p:graphicFrame>
        <p:nvGraphicFramePr>
          <p:cNvPr id="70" name="Chart 0">
            <a:extLst>
              <a:ext uri="{FF2B5EF4-FFF2-40B4-BE49-F238E27FC236}">
                <a16:creationId xmlns:a16="http://schemas.microsoft.com/office/drawing/2014/main" id="{A6EA519A-C7C7-1AB9-4800-5819AFCFFA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635445"/>
              </p:ext>
            </p:extLst>
          </p:nvPr>
        </p:nvGraphicFramePr>
        <p:xfrm>
          <a:off x="716762" y="2788920"/>
          <a:ext cx="6035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2" name="Chart 1">
            <a:extLst>
              <a:ext uri="{FF2B5EF4-FFF2-40B4-BE49-F238E27FC236}">
                <a16:creationId xmlns:a16="http://schemas.microsoft.com/office/drawing/2014/main" id="{0C4883CA-717E-CD2E-76D6-F303B639E7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5654206"/>
              </p:ext>
            </p:extLst>
          </p:nvPr>
        </p:nvGraphicFramePr>
        <p:xfrm>
          <a:off x="6903720" y="914400"/>
          <a:ext cx="228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3" name="Text 3">
            <a:extLst>
              <a:ext uri="{FF2B5EF4-FFF2-40B4-BE49-F238E27FC236}">
                <a16:creationId xmlns:a16="http://schemas.microsoft.com/office/drawing/2014/main" id="{629E2AD4-05DD-02EA-4699-DB10E55EA894}"/>
              </a:ext>
            </a:extLst>
          </p:cNvPr>
          <p:cNvSpPr txBox="1"/>
          <p:nvPr/>
        </p:nvSpPr>
        <p:spPr>
          <a:xfrm>
            <a:off x="7452360" y="16687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76%</a:t>
            </a:r>
            <a:endParaRPr lang="en-US" sz="21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almeno raramente</a:t>
            </a:r>
            <a:endParaRPr lang="en-US" sz="2100" dirty="0"/>
          </a:p>
        </p:txBody>
      </p:sp>
      <p:sp>
        <p:nvSpPr>
          <p:cNvPr id="74" name="Text 4">
            <a:extLst>
              <a:ext uri="{FF2B5EF4-FFF2-40B4-BE49-F238E27FC236}">
                <a16:creationId xmlns:a16="http://schemas.microsoft.com/office/drawing/2014/main" id="{265028A3-5990-2BB4-CBF8-FB12EC626228}"/>
              </a:ext>
            </a:extLst>
          </p:cNvPr>
          <p:cNvSpPr txBox="1"/>
          <p:nvPr/>
        </p:nvSpPr>
        <p:spPr>
          <a:xfrm>
            <a:off x="9464040" y="868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ricevi messaggi da sconosciuti?</a:t>
            </a:r>
            <a:endParaRPr lang="en-US" sz="1200" dirty="0"/>
          </a:p>
        </p:txBody>
      </p:sp>
      <p:sp>
        <p:nvSpPr>
          <p:cNvPr id="75" name="Text 5">
            <a:extLst>
              <a:ext uri="{FF2B5EF4-FFF2-40B4-BE49-F238E27FC236}">
                <a16:creationId xmlns:a16="http://schemas.microsoft.com/office/drawing/2014/main" id="{68187180-5B8A-6E6F-05D0-0B1F72293B3C}"/>
              </a:ext>
            </a:extLst>
          </p:cNvPr>
          <p:cNvSpPr txBox="1"/>
          <p:nvPr/>
        </p:nvSpPr>
        <p:spPr>
          <a:xfrm>
            <a:off x="9464040" y="1527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102 risposte</a:t>
            </a:r>
            <a:endParaRPr lang="en-US" sz="1000" dirty="0"/>
          </a:p>
        </p:txBody>
      </p:sp>
      <p:sp>
        <p:nvSpPr>
          <p:cNvPr id="76" name="Shape 6">
            <a:extLst>
              <a:ext uri="{FF2B5EF4-FFF2-40B4-BE49-F238E27FC236}">
                <a16:creationId xmlns:a16="http://schemas.microsoft.com/office/drawing/2014/main" id="{3AE54E7D-AAA5-45C2-D88E-3A4B3E1E7DDC}"/>
              </a:ext>
            </a:extLst>
          </p:cNvPr>
          <p:cNvSpPr/>
          <p:nvPr/>
        </p:nvSpPr>
        <p:spPr>
          <a:xfrm>
            <a:off x="9464040" y="1947672"/>
            <a:ext cx="164592" cy="164592"/>
          </a:xfrm>
          <a:prstGeom prst="ellipse">
            <a:avLst/>
          </a:prstGeom>
          <a:solidFill>
            <a:srgbClr val="1700E8"/>
          </a:solidFill>
          <a:ln w="12700">
            <a:solidFill>
              <a:srgbClr val="82BC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">
            <a:extLst>
              <a:ext uri="{FF2B5EF4-FFF2-40B4-BE49-F238E27FC236}">
                <a16:creationId xmlns:a16="http://schemas.microsoft.com/office/drawing/2014/main" id="{18A1E043-23B5-75D9-CA38-E8948787B80F}"/>
              </a:ext>
            </a:extLst>
          </p:cNvPr>
          <p:cNvSpPr txBox="1"/>
          <p:nvPr/>
        </p:nvSpPr>
        <p:spPr>
          <a:xfrm>
            <a:off x="9738360" y="18745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23,5%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mai</a:t>
            </a:r>
            <a:endParaRPr lang="en-US" sz="1300" dirty="0"/>
          </a:p>
        </p:txBody>
      </p:sp>
      <p:sp>
        <p:nvSpPr>
          <p:cNvPr id="78" name="Shape 8">
            <a:extLst>
              <a:ext uri="{FF2B5EF4-FFF2-40B4-BE49-F238E27FC236}">
                <a16:creationId xmlns:a16="http://schemas.microsoft.com/office/drawing/2014/main" id="{25E21E48-75D5-FA1D-96CF-EB1FBDE70207}"/>
              </a:ext>
            </a:extLst>
          </p:cNvPr>
          <p:cNvSpPr/>
          <p:nvPr/>
        </p:nvSpPr>
        <p:spPr>
          <a:xfrm>
            <a:off x="9464040" y="2313432"/>
            <a:ext cx="164592" cy="164592"/>
          </a:xfrm>
          <a:prstGeom prst="ellipse">
            <a:avLst/>
          </a:prstGeom>
          <a:solidFill>
            <a:srgbClr val="2C5ED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9">
            <a:extLst>
              <a:ext uri="{FF2B5EF4-FFF2-40B4-BE49-F238E27FC236}">
                <a16:creationId xmlns:a16="http://schemas.microsoft.com/office/drawing/2014/main" id="{D36DDF0B-5EB8-E185-BB1E-7D9F04209082}"/>
              </a:ext>
            </a:extLst>
          </p:cNvPr>
          <p:cNvSpPr txBox="1"/>
          <p:nvPr/>
        </p:nvSpPr>
        <p:spPr>
          <a:xfrm>
            <a:off x="9738360" y="2240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34,3%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raramente</a:t>
            </a:r>
            <a:endParaRPr lang="en-US" sz="1300" dirty="0"/>
          </a:p>
        </p:txBody>
      </p:sp>
      <p:sp>
        <p:nvSpPr>
          <p:cNvPr id="80" name="Shape 10">
            <a:extLst>
              <a:ext uri="{FF2B5EF4-FFF2-40B4-BE49-F238E27FC236}">
                <a16:creationId xmlns:a16="http://schemas.microsoft.com/office/drawing/2014/main" id="{DF4D5EA1-AE97-D6FF-A2AE-58ACA37248A2}"/>
              </a:ext>
            </a:extLst>
          </p:cNvPr>
          <p:cNvSpPr/>
          <p:nvPr/>
        </p:nvSpPr>
        <p:spPr>
          <a:xfrm>
            <a:off x="9464040" y="2679192"/>
            <a:ext cx="164592" cy="164592"/>
          </a:xfrm>
          <a:prstGeom prst="ellipse">
            <a:avLst/>
          </a:prstGeom>
          <a:solidFill>
            <a:srgbClr val="E71224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44B0CA9A-1A12-65DD-5766-1DA449D8BDAB}"/>
              </a:ext>
            </a:extLst>
          </p:cNvPr>
          <p:cNvSpPr txBox="1"/>
          <p:nvPr/>
        </p:nvSpPr>
        <p:spPr>
          <a:xfrm>
            <a:off x="9738360" y="2606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33,3%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volte</a:t>
            </a:r>
            <a:endParaRPr lang="en-US" sz="1300" dirty="0"/>
          </a:p>
        </p:txBody>
      </p:sp>
      <p:sp>
        <p:nvSpPr>
          <p:cNvPr id="82" name="Shape 12">
            <a:extLst>
              <a:ext uri="{FF2B5EF4-FFF2-40B4-BE49-F238E27FC236}">
                <a16:creationId xmlns:a16="http://schemas.microsoft.com/office/drawing/2014/main" id="{AB3E6BD3-385C-7940-F33F-F02E0D1CFCD3}"/>
              </a:ext>
            </a:extLst>
          </p:cNvPr>
          <p:cNvSpPr/>
          <p:nvPr/>
        </p:nvSpPr>
        <p:spPr>
          <a:xfrm>
            <a:off x="9464040" y="3044952"/>
            <a:ext cx="164592" cy="164592"/>
          </a:xfrm>
          <a:prstGeom prst="ellipse">
            <a:avLst/>
          </a:prstGeom>
          <a:solidFill>
            <a:srgbClr val="FFA02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13">
            <a:extLst>
              <a:ext uri="{FF2B5EF4-FFF2-40B4-BE49-F238E27FC236}">
                <a16:creationId xmlns:a16="http://schemas.microsoft.com/office/drawing/2014/main" id="{DAB6773C-7821-6297-22A2-AB67B7EAF9B2}"/>
              </a:ext>
            </a:extLst>
          </p:cNvPr>
          <p:cNvSpPr txBox="1"/>
          <p:nvPr/>
        </p:nvSpPr>
        <p:spPr>
          <a:xfrm>
            <a:off x="9738360" y="2971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8,8%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spesso</a:t>
            </a:r>
            <a:endParaRPr lang="en-US" sz="1300" dirty="0"/>
          </a:p>
        </p:txBody>
      </p:sp>
      <p:sp>
        <p:nvSpPr>
          <p:cNvPr id="85" name="Text 14">
            <a:extLst>
              <a:ext uri="{FF2B5EF4-FFF2-40B4-BE49-F238E27FC236}">
                <a16:creationId xmlns:a16="http://schemas.microsoft.com/office/drawing/2014/main" id="{C34A2ED1-2612-CC38-49D2-19384115BD75}"/>
              </a:ext>
            </a:extLst>
          </p:cNvPr>
          <p:cNvSpPr txBox="1"/>
          <p:nvPr/>
        </p:nvSpPr>
        <p:spPr>
          <a:xfrm>
            <a:off x="4544539" y="4539745"/>
            <a:ext cx="37005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 su 4 scrive anche nelle chat dei videogiochi e su Discord, spazi meno controllati.</a:t>
            </a:r>
            <a:endParaRPr lang="en-US" sz="1400" dirty="0"/>
          </a:p>
        </p:txBody>
      </p:sp>
      <p:sp>
        <p:nvSpPr>
          <p:cNvPr id="86" name="Slide Number Placeholder 0">
            <a:extLst>
              <a:ext uri="{FF2B5EF4-FFF2-40B4-BE49-F238E27FC236}">
                <a16:creationId xmlns:a16="http://schemas.microsoft.com/office/drawing/2014/main" id="{2CD659B0-E948-2D2A-C230-DC92215EF00E}"/>
              </a:ext>
            </a:extLst>
          </p:cNvPr>
          <p:cNvSpPr txBox="1">
            <a:spLocks/>
          </p:cNvSpPr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3" name="Input penna 92">
                <a:extLst>
                  <a:ext uri="{FF2B5EF4-FFF2-40B4-BE49-F238E27FC236}">
                    <a16:creationId xmlns:a16="http://schemas.microsoft.com/office/drawing/2014/main" id="{F02D369E-5C75-642B-DF33-D162A1861589}"/>
                  </a:ext>
                </a:extLst>
              </p14:cNvPr>
              <p14:cNvContentPartPr/>
              <p14:nvPr/>
            </p14:nvContentPartPr>
            <p14:xfrm>
              <a:off x="3632430" y="4171103"/>
              <a:ext cx="860760" cy="966240"/>
            </p14:xfrm>
          </p:contentPart>
        </mc:Choice>
        <mc:Fallback xmlns="">
          <p:pic>
            <p:nvPicPr>
              <p:cNvPr id="93" name="Input penna 92">
                <a:extLst>
                  <a:ext uri="{FF2B5EF4-FFF2-40B4-BE49-F238E27FC236}">
                    <a16:creationId xmlns:a16="http://schemas.microsoft.com/office/drawing/2014/main" id="{F02D369E-5C75-642B-DF33-D162A186158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14430" y="4153103"/>
                <a:ext cx="896400" cy="1001880"/>
              </a:xfrm>
              <a:prstGeom prst="rect">
                <a:avLst/>
              </a:prstGeom>
            </p:spPr>
          </p:pic>
        </mc:Fallback>
      </mc:AlternateContent>
      <p:pic>
        <p:nvPicPr>
          <p:cNvPr id="96" name="Immagine 95">
            <a:extLst>
              <a:ext uri="{FF2B5EF4-FFF2-40B4-BE49-F238E27FC236}">
                <a16:creationId xmlns:a16="http://schemas.microsoft.com/office/drawing/2014/main" id="{AF32D286-7A80-517A-82E5-D872333509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7658" y="4635262"/>
            <a:ext cx="2003525" cy="200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40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94D6C-3C75-AB30-CAD0-31CC1F456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6B9C68C-45BD-22FE-9BBA-FCE4F077CD0C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408446E5-C8E7-CD7E-4974-699F03221402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10</a:t>
            </a:fld>
            <a:endParaRPr lang="en-US" dirty="0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18F02E09-9E60-0186-59C1-537C43D501BA}"/>
              </a:ext>
            </a:extLst>
          </p:cNvPr>
          <p:cNvSpPr/>
          <p:nvPr/>
        </p:nvSpPr>
        <p:spPr>
          <a:xfrm>
            <a:off x="158636" y="1"/>
            <a:ext cx="405215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BD511F35-BB15-8860-76F2-5DD458843AA7}"/>
              </a:ext>
            </a:extLst>
          </p:cNvPr>
          <p:cNvSpPr txBox="1">
            <a:spLocks/>
          </p:cNvSpPr>
          <p:nvPr/>
        </p:nvSpPr>
        <p:spPr>
          <a:xfrm>
            <a:off x="1143000" y="1078992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b="1" kern="0" spc="-15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vero o falso?</a:t>
            </a:r>
            <a:endParaRPr lang="en-US" sz="4600" dirty="0"/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A9C45D8B-3AAC-B193-8C98-56F62ABDB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9941415"/>
              </p:ext>
            </p:extLst>
          </p:nvPr>
        </p:nvGraphicFramePr>
        <p:xfrm>
          <a:off x="685800" y="196596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>
            <a:extLst>
              <a:ext uri="{FF2B5EF4-FFF2-40B4-BE49-F238E27FC236}">
                <a16:creationId xmlns:a16="http://schemas.microsoft.com/office/drawing/2014/main" id="{FCFD0D90-FFAD-5B37-B351-8BD611A0EC62}"/>
              </a:ext>
            </a:extLst>
          </p:cNvPr>
          <p:cNvSpPr txBox="1"/>
          <p:nvPr/>
        </p:nvSpPr>
        <p:spPr>
          <a:xfrm>
            <a:off x="1344168" y="2871216"/>
            <a:ext cx="1426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93%</a:t>
            </a:r>
            <a:endParaRPr lang="en-US" sz="21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gli è successo</a:t>
            </a:r>
            <a:endParaRPr lang="en-US" sz="21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E59582C-8C3B-06B5-12A3-2DFDCB2F7DBA}"/>
              </a:ext>
            </a:extLst>
          </p:cNvPr>
          <p:cNvSpPr txBox="1"/>
          <p:nvPr/>
        </p:nvSpPr>
        <p:spPr>
          <a:xfrm>
            <a:off x="370332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hai pensato “non so se è vero” davanti a un contenuto?</a:t>
            </a:r>
            <a:endParaRPr lang="en-US" sz="1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C4BBEBD-554F-8D09-9F27-C1C89612501B}"/>
              </a:ext>
            </a:extLst>
          </p:cNvPr>
          <p:cNvSpPr txBox="1"/>
          <p:nvPr/>
        </p:nvSpPr>
        <p:spPr>
          <a:xfrm>
            <a:off x="3703320" y="2624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102 risposte</a:t>
            </a:r>
            <a:endParaRPr lang="en-US" sz="10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85BB73B-430F-AEF9-8598-00120174701A}"/>
              </a:ext>
            </a:extLst>
          </p:cNvPr>
          <p:cNvSpPr/>
          <p:nvPr/>
        </p:nvSpPr>
        <p:spPr>
          <a:xfrm>
            <a:off x="3703320" y="3044952"/>
            <a:ext cx="164592" cy="164592"/>
          </a:xfrm>
          <a:prstGeom prst="ellipse">
            <a:avLst/>
          </a:prstGeom>
          <a:solidFill>
            <a:srgbClr val="1700E8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7D04096-70C4-F0E9-68FC-9710254FC356}"/>
              </a:ext>
            </a:extLst>
          </p:cNvPr>
          <p:cNvSpPr txBox="1"/>
          <p:nvPr/>
        </p:nvSpPr>
        <p:spPr>
          <a:xfrm>
            <a:off x="3977640" y="2971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6,9%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mai</a:t>
            </a:r>
            <a:endParaRPr lang="en-US" sz="13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C7CDDCA-2634-C1C0-186D-45D169B67DAF}"/>
              </a:ext>
            </a:extLst>
          </p:cNvPr>
          <p:cNvSpPr/>
          <p:nvPr/>
        </p:nvSpPr>
        <p:spPr>
          <a:xfrm>
            <a:off x="3703320" y="3410712"/>
            <a:ext cx="164592" cy="164592"/>
          </a:xfrm>
          <a:prstGeom prst="ellipse">
            <a:avLst/>
          </a:prstGeom>
          <a:solidFill>
            <a:srgbClr val="2C5ED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AA0ABEC-3AD3-5385-A5E1-FE62925B12C7}"/>
              </a:ext>
            </a:extLst>
          </p:cNvPr>
          <p:cNvSpPr txBox="1"/>
          <p:nvPr/>
        </p:nvSpPr>
        <p:spPr>
          <a:xfrm>
            <a:off x="3977640" y="3337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33,3%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raramente</a:t>
            </a:r>
            <a:endParaRPr lang="en-US" sz="13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679F73A-BCD6-34D0-714D-F27763C4EF61}"/>
              </a:ext>
            </a:extLst>
          </p:cNvPr>
          <p:cNvSpPr/>
          <p:nvPr/>
        </p:nvSpPr>
        <p:spPr>
          <a:xfrm>
            <a:off x="3703320" y="3776472"/>
            <a:ext cx="164592" cy="164592"/>
          </a:xfrm>
          <a:prstGeom prst="ellipse">
            <a:avLst/>
          </a:prstGeom>
          <a:solidFill>
            <a:srgbClr val="FF453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87D079F-E0A6-1C64-271A-F5372CD21F74}"/>
              </a:ext>
            </a:extLst>
          </p:cNvPr>
          <p:cNvSpPr txBox="1"/>
          <p:nvPr/>
        </p:nvSpPr>
        <p:spPr>
          <a:xfrm>
            <a:off x="3977640" y="3703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36,3%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volte</a:t>
            </a:r>
            <a:endParaRPr lang="en-US" sz="13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F18B9EF-572A-9511-C6E1-F2A5D8F843F7}"/>
              </a:ext>
            </a:extLst>
          </p:cNvPr>
          <p:cNvSpPr/>
          <p:nvPr/>
        </p:nvSpPr>
        <p:spPr>
          <a:xfrm>
            <a:off x="3703320" y="4142232"/>
            <a:ext cx="164592" cy="164592"/>
          </a:xfrm>
          <a:prstGeom prst="ellipse">
            <a:avLst/>
          </a:prstGeom>
          <a:solidFill>
            <a:srgbClr val="FFA02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53D6447-0E19-9085-33F2-D746C7FEF0BC}"/>
              </a:ext>
            </a:extLst>
          </p:cNvPr>
          <p:cNvSpPr txBox="1"/>
          <p:nvPr/>
        </p:nvSpPr>
        <p:spPr>
          <a:xfrm>
            <a:off x="3977640" y="4069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23,5%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spesso</a:t>
            </a:r>
            <a:endParaRPr lang="en-US" sz="1300" dirty="0"/>
          </a:p>
        </p:txBody>
      </p:sp>
      <p:graphicFrame>
        <p:nvGraphicFramePr>
          <p:cNvPr id="16" name="Chart 1">
            <a:extLst>
              <a:ext uri="{FF2B5EF4-FFF2-40B4-BE49-F238E27FC236}">
                <a16:creationId xmlns:a16="http://schemas.microsoft.com/office/drawing/2014/main" id="{C52FC1A8-A926-A41E-0769-092D49FDDA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98503"/>
              </p:ext>
            </p:extLst>
          </p:nvPr>
        </p:nvGraphicFramePr>
        <p:xfrm>
          <a:off x="6400800" y="196596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 12">
            <a:extLst>
              <a:ext uri="{FF2B5EF4-FFF2-40B4-BE49-F238E27FC236}">
                <a16:creationId xmlns:a16="http://schemas.microsoft.com/office/drawing/2014/main" id="{314E2CE1-8D08-F3A5-8B19-4F2011CAA531}"/>
              </a:ext>
            </a:extLst>
          </p:cNvPr>
          <p:cNvSpPr txBox="1"/>
          <p:nvPr/>
        </p:nvSpPr>
        <p:spPr>
          <a:xfrm>
            <a:off x="7059168" y="2871216"/>
            <a:ext cx="1426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 su 5</a:t>
            </a:r>
            <a:endParaRPr lang="en-US" sz="21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li ha visti</a:t>
            </a:r>
            <a:endParaRPr lang="en-US" sz="2100" dirty="0"/>
          </a:p>
        </p:txBody>
      </p:sp>
      <p:pic>
        <p:nvPicPr>
          <p:cNvPr id="18" name="Image 0" descr="/home/claude/work/build/assets/d26.png">
            <a:extLst>
              <a:ext uri="{FF2B5EF4-FFF2-40B4-BE49-F238E27FC236}">
                <a16:creationId xmlns:a16="http://schemas.microsoft.com/office/drawing/2014/main" id="{5DA19546-E3D5-6A78-5E91-566174C71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737360"/>
            <a:ext cx="3200400" cy="3200400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47C4327B-34F7-F6D4-5666-591B49158E57}"/>
              </a:ext>
            </a:extLst>
          </p:cNvPr>
          <p:cNvSpPr txBox="1"/>
          <p:nvPr/>
        </p:nvSpPr>
        <p:spPr>
          <a:xfrm>
            <a:off x="941832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hai visto girare tra coetanei contenuti modificati con l'IA?</a:t>
            </a:r>
            <a:endParaRPr lang="en-US" sz="12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2FF1EC43-569A-F683-ECF2-D3A426811762}"/>
              </a:ext>
            </a:extLst>
          </p:cNvPr>
          <p:cNvSpPr txBox="1"/>
          <p:nvPr/>
        </p:nvSpPr>
        <p:spPr>
          <a:xfrm>
            <a:off x="9418320" y="2624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103 risposte</a:t>
            </a:r>
            <a:endParaRPr lang="en-US" sz="10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3FAD11A2-4151-36A6-37A5-B77E35A9A35E}"/>
              </a:ext>
            </a:extLst>
          </p:cNvPr>
          <p:cNvSpPr/>
          <p:nvPr/>
        </p:nvSpPr>
        <p:spPr>
          <a:xfrm>
            <a:off x="9418320" y="3044952"/>
            <a:ext cx="164592" cy="164592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AA02F55A-27CF-E2D5-DE13-DE59FAFB260A}"/>
              </a:ext>
            </a:extLst>
          </p:cNvPr>
          <p:cNvSpPr txBox="1"/>
          <p:nvPr/>
        </p:nvSpPr>
        <p:spPr>
          <a:xfrm>
            <a:off x="9692640" y="2971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21,4%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mai</a:t>
            </a:r>
            <a:endParaRPr lang="en-US" sz="13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C9915256-A875-9887-6436-0E7D6D0862D8}"/>
              </a:ext>
            </a:extLst>
          </p:cNvPr>
          <p:cNvSpPr/>
          <p:nvPr/>
        </p:nvSpPr>
        <p:spPr>
          <a:xfrm>
            <a:off x="9418320" y="3410712"/>
            <a:ext cx="164592" cy="164592"/>
          </a:xfrm>
          <a:prstGeom prst="ellipse">
            <a:avLst/>
          </a:prstGeom>
          <a:solidFill>
            <a:srgbClr val="2C5ED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A7D44C87-B9EB-AE2F-FD47-8B673D5B5E66}"/>
              </a:ext>
            </a:extLst>
          </p:cNvPr>
          <p:cNvSpPr txBox="1"/>
          <p:nvPr/>
        </p:nvSpPr>
        <p:spPr>
          <a:xfrm>
            <a:off x="9692640" y="3337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49,5%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qualche volta</a:t>
            </a:r>
            <a:endParaRPr lang="en-US" sz="13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937BD362-05BE-D12B-F882-19F376A19264}"/>
              </a:ext>
            </a:extLst>
          </p:cNvPr>
          <p:cNvSpPr/>
          <p:nvPr/>
        </p:nvSpPr>
        <p:spPr>
          <a:xfrm>
            <a:off x="9418320" y="3776472"/>
            <a:ext cx="164592" cy="164592"/>
          </a:xfrm>
          <a:prstGeom prst="ellipse">
            <a:avLst/>
          </a:prstGeom>
          <a:solidFill>
            <a:srgbClr val="FF453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110176F-7D67-7939-8749-6132E9CBFF1A}"/>
              </a:ext>
            </a:extLst>
          </p:cNvPr>
          <p:cNvSpPr txBox="1"/>
          <p:nvPr/>
        </p:nvSpPr>
        <p:spPr>
          <a:xfrm>
            <a:off x="9692640" y="3703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28,2%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spesso</a:t>
            </a:r>
            <a:endParaRPr lang="en-US" sz="13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A5B5585D-2460-1DCD-AFC0-442BA1B9AACF}"/>
              </a:ext>
            </a:extLst>
          </p:cNvPr>
          <p:cNvSpPr/>
          <p:nvPr/>
        </p:nvSpPr>
        <p:spPr>
          <a:xfrm>
            <a:off x="9418320" y="4142232"/>
            <a:ext cx="164592" cy="164592"/>
          </a:xfrm>
          <a:prstGeom prst="ellipse">
            <a:avLst/>
          </a:prstGeom>
          <a:solidFill>
            <a:srgbClr val="FFA02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AFEE17C-0D8D-30BC-7A99-22D60E264937}"/>
              </a:ext>
            </a:extLst>
          </p:cNvPr>
          <p:cNvSpPr txBox="1"/>
          <p:nvPr/>
        </p:nvSpPr>
        <p:spPr>
          <a:xfrm>
            <a:off x="9692640" y="4069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preferisco non dirlo</a:t>
            </a:r>
            <a:endParaRPr lang="en-US" sz="13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1B6494FC-DCF9-FD54-EFD7-1D5D5129E8D0}"/>
              </a:ext>
            </a:extLst>
          </p:cNvPr>
          <p:cNvSpPr txBox="1"/>
          <p:nvPr/>
        </p:nvSpPr>
        <p:spPr>
          <a:xfrm>
            <a:off x="6909816" y="5276088"/>
            <a:ext cx="490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I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contenuti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modificati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con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l'IA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non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sono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un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rischio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lontano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: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circolano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già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nei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gruppi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dei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ragazzi</a:t>
            </a: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.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8" name="Input penna 37">
                <a:extLst>
                  <a:ext uri="{FF2B5EF4-FFF2-40B4-BE49-F238E27FC236}">
                    <a16:creationId xmlns:a16="http://schemas.microsoft.com/office/drawing/2014/main" id="{B75AE078-36FD-9455-71FE-D13C478757AD}"/>
                  </a:ext>
                </a:extLst>
              </p14:cNvPr>
              <p14:cNvContentPartPr/>
              <p14:nvPr/>
            </p14:nvContentPartPr>
            <p14:xfrm>
              <a:off x="6248910" y="3682583"/>
              <a:ext cx="1530000" cy="1842480"/>
            </p14:xfrm>
          </p:contentPart>
        </mc:Choice>
        <mc:Fallback xmlns="">
          <p:pic>
            <p:nvPicPr>
              <p:cNvPr id="38" name="Input penna 37">
                <a:extLst>
                  <a:ext uri="{FF2B5EF4-FFF2-40B4-BE49-F238E27FC236}">
                    <a16:creationId xmlns:a16="http://schemas.microsoft.com/office/drawing/2014/main" id="{B75AE078-36FD-9455-71FE-D13C478757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30910" y="3664583"/>
                <a:ext cx="1565640" cy="187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586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FD866-037D-D5B6-1312-5BB847307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BDBE5D8-E776-8CB8-55C9-1E9FFD2B2B25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F79F8FBC-F40E-B1FE-2339-4423E4B6B44D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11</a:t>
            </a:fld>
            <a:endParaRPr lang="en-US" dirty="0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9D2C44B1-8632-2BBF-F879-FA0E2EEBF56F}"/>
              </a:ext>
            </a:extLst>
          </p:cNvPr>
          <p:cNvSpPr/>
          <p:nvPr/>
        </p:nvSpPr>
        <p:spPr>
          <a:xfrm>
            <a:off x="158636" y="1"/>
            <a:ext cx="405215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AFD38432-565C-9802-C9A2-D4BACF8C742B}"/>
              </a:ext>
            </a:extLst>
          </p:cNvPr>
          <p:cNvSpPr txBox="1">
            <a:spLocks/>
          </p:cNvSpPr>
          <p:nvPr/>
        </p:nvSpPr>
        <p:spPr>
          <a:xfrm>
            <a:off x="793890" y="568828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i="1" kern="0" spc="-15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scherzo</a:t>
            </a:r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</a:p>
          <a:p>
            <a:pPr algn="l"/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</a:t>
            </a:r>
            <a:r>
              <a:rPr lang="en-US" sz="46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</a:t>
            </a:r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seria?</a:t>
            </a:r>
            <a:endParaRPr lang="en-US" sz="4600" dirty="0"/>
          </a:p>
        </p:txBody>
      </p:sp>
      <p:graphicFrame>
        <p:nvGraphicFramePr>
          <p:cNvPr id="31" name="Chart 0">
            <a:extLst>
              <a:ext uri="{FF2B5EF4-FFF2-40B4-BE49-F238E27FC236}">
                <a16:creationId xmlns:a16="http://schemas.microsoft.com/office/drawing/2014/main" id="{6541E229-F35F-DEFC-5CE2-1AC87B1B0C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8223903"/>
              </p:ext>
            </p:extLst>
          </p:nvPr>
        </p:nvGraphicFramePr>
        <p:xfrm>
          <a:off x="931050" y="2516500"/>
          <a:ext cx="23317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Text 1">
            <a:extLst>
              <a:ext uri="{FF2B5EF4-FFF2-40B4-BE49-F238E27FC236}">
                <a16:creationId xmlns:a16="http://schemas.microsoft.com/office/drawing/2014/main" id="{4FBCBC5C-419D-236C-575D-A20AD15168D8}"/>
              </a:ext>
            </a:extLst>
          </p:cNvPr>
          <p:cNvSpPr txBox="1"/>
          <p:nvPr/>
        </p:nvSpPr>
        <p:spPr>
          <a:xfrm>
            <a:off x="1490663" y="3285968"/>
            <a:ext cx="1212494" cy="792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3,9%</a:t>
            </a:r>
            <a:endParaRPr lang="en-US" sz="21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lo ritiene serio</a:t>
            </a:r>
            <a:endParaRPr lang="en-US" sz="2100" dirty="0"/>
          </a:p>
        </p:txBody>
      </p:sp>
      <p:pic>
        <p:nvPicPr>
          <p:cNvPr id="33" name="Image 0" descr="/home/claude/work/build/assets/d28.png">
            <a:extLst>
              <a:ext uri="{FF2B5EF4-FFF2-40B4-BE49-F238E27FC236}">
                <a16:creationId xmlns:a16="http://schemas.microsoft.com/office/drawing/2014/main" id="{A54EB74F-98D7-9265-9E29-7649FD3B1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365" y="2367274"/>
            <a:ext cx="2788920" cy="2788920"/>
          </a:xfrm>
          <a:prstGeom prst="rect">
            <a:avLst/>
          </a:prstGeom>
        </p:spPr>
      </p:pic>
      <p:sp>
        <p:nvSpPr>
          <p:cNvPr id="34" name="Text 2">
            <a:extLst>
              <a:ext uri="{FF2B5EF4-FFF2-40B4-BE49-F238E27FC236}">
                <a16:creationId xmlns:a16="http://schemas.microsoft.com/office/drawing/2014/main" id="{0370EE75-D83B-692D-1F12-02A6505D90B5}"/>
              </a:ext>
            </a:extLst>
          </p:cNvPr>
          <p:cNvSpPr txBox="1"/>
          <p:nvPr/>
        </p:nvSpPr>
        <p:spPr>
          <a:xfrm>
            <a:off x="3520241" y="2488637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 deepfake di un coetaneo, per i ragazzi della tua età è…</a:t>
            </a:r>
            <a:endParaRPr lang="en-US" sz="12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18707E9B-AA08-FFE7-7FA7-8ACAA2AC19C4}"/>
              </a:ext>
            </a:extLst>
          </p:cNvPr>
          <p:cNvSpPr txBox="1"/>
          <p:nvPr/>
        </p:nvSpPr>
        <p:spPr>
          <a:xfrm>
            <a:off x="3537090" y="294626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103 risposte</a:t>
            </a:r>
            <a:endParaRPr lang="en-US" sz="100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F728C919-65E8-19D5-6A09-F40232B67C45}"/>
              </a:ext>
            </a:extLst>
          </p:cNvPr>
          <p:cNvSpPr/>
          <p:nvPr/>
        </p:nvSpPr>
        <p:spPr>
          <a:xfrm>
            <a:off x="3537090" y="3366892"/>
            <a:ext cx="164592" cy="164592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1B8C58AA-0078-BFEF-8A88-0AE233221D2E}"/>
              </a:ext>
            </a:extLst>
          </p:cNvPr>
          <p:cNvSpPr txBox="1"/>
          <p:nvPr/>
        </p:nvSpPr>
        <p:spPr>
          <a:xfrm>
            <a:off x="3811410" y="32937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35,0%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un semplice scherzo</a:t>
            </a:r>
            <a:endParaRPr lang="en-US" sz="130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75A7CA62-A8C1-6ABE-565E-DBE541BC6789}"/>
              </a:ext>
            </a:extLst>
          </p:cNvPr>
          <p:cNvSpPr/>
          <p:nvPr/>
        </p:nvSpPr>
        <p:spPr>
          <a:xfrm>
            <a:off x="3537090" y="3732652"/>
            <a:ext cx="164592" cy="164592"/>
          </a:xfrm>
          <a:prstGeom prst="ellipse">
            <a:avLst/>
          </a:prstGeom>
          <a:solidFill>
            <a:srgbClr val="2C5ED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95A9AC8F-4D62-302C-3F54-AEDD047F4315}"/>
              </a:ext>
            </a:extLst>
          </p:cNvPr>
          <p:cNvSpPr txBox="1"/>
          <p:nvPr/>
        </p:nvSpPr>
        <p:spPr>
          <a:xfrm>
            <a:off x="3811410" y="36595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50,5%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dipende da quanto è pesante</a:t>
            </a:r>
            <a:endParaRPr lang="en-US" sz="1300" dirty="0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A32D5192-F07B-6E04-F2EC-06C060C94ADF}"/>
              </a:ext>
            </a:extLst>
          </p:cNvPr>
          <p:cNvSpPr/>
          <p:nvPr/>
        </p:nvSpPr>
        <p:spPr>
          <a:xfrm>
            <a:off x="3537090" y="4098412"/>
            <a:ext cx="164592" cy="164592"/>
          </a:xfrm>
          <a:prstGeom prst="ellipse">
            <a:avLst/>
          </a:prstGeom>
          <a:solidFill>
            <a:srgbClr val="FF453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843C2FA7-CAE5-2B14-F3F9-6A86428AD287}"/>
              </a:ext>
            </a:extLst>
          </p:cNvPr>
          <p:cNvSpPr txBox="1"/>
          <p:nvPr/>
        </p:nvSpPr>
        <p:spPr>
          <a:xfrm>
            <a:off x="3811410" y="40252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3,9%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una cosa seria e dannosa</a:t>
            </a:r>
            <a:endParaRPr lang="en-US" sz="130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BD99F00C-228D-EA55-B019-0CDF0CA8E850}"/>
              </a:ext>
            </a:extLst>
          </p:cNvPr>
          <p:cNvSpPr/>
          <p:nvPr/>
        </p:nvSpPr>
        <p:spPr>
          <a:xfrm>
            <a:off x="3537090" y="4464172"/>
            <a:ext cx="164592" cy="164592"/>
          </a:xfrm>
          <a:prstGeom prst="ellipse">
            <a:avLst/>
          </a:prstGeom>
          <a:solidFill>
            <a:srgbClr val="FFA02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0EA6A6A2-19C9-C194-A30C-EEB9B0FE0699}"/>
              </a:ext>
            </a:extLst>
          </p:cNvPr>
          <p:cNvSpPr txBox="1"/>
          <p:nvPr/>
        </p:nvSpPr>
        <p:spPr>
          <a:xfrm>
            <a:off x="3811410" y="43910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10,7%  </a:t>
            </a: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non ci facciamo caso</a:t>
            </a:r>
            <a:endParaRPr lang="en-US" sz="13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702DAF9D-6348-0DC6-BF07-90638565D4CC}"/>
              </a:ext>
            </a:extLst>
          </p:cNvPr>
          <p:cNvSpPr txBox="1"/>
          <p:nvPr/>
        </p:nvSpPr>
        <p:spPr>
          <a:xfrm>
            <a:off x="6966090" y="93687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incrocio · età × percezione</a:t>
            </a:r>
            <a:endParaRPr lang="en-US" sz="1300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3191A318-ECFC-AD0B-DAE9-FDDC3F22B0B8}"/>
              </a:ext>
            </a:extLst>
          </p:cNvPr>
          <p:cNvSpPr txBox="1"/>
          <p:nvPr/>
        </p:nvSpPr>
        <p:spPr>
          <a:xfrm>
            <a:off x="6966090" y="11723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quota per età (n = 98)</a:t>
            </a:r>
            <a:endParaRPr lang="en-US" sz="1000" dirty="0"/>
          </a:p>
        </p:txBody>
      </p:sp>
      <p:graphicFrame>
        <p:nvGraphicFramePr>
          <p:cNvPr id="47" name="Chart 1">
            <a:extLst>
              <a:ext uri="{FF2B5EF4-FFF2-40B4-BE49-F238E27FC236}">
                <a16:creationId xmlns:a16="http://schemas.microsoft.com/office/drawing/2014/main" id="{B95B8474-1C9B-0B37-7E24-0BDA6448DA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8967961"/>
              </p:ext>
            </p:extLst>
          </p:nvPr>
        </p:nvGraphicFramePr>
        <p:xfrm>
          <a:off x="6783210" y="141922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9" name="Text 14">
            <a:extLst>
              <a:ext uri="{FF2B5EF4-FFF2-40B4-BE49-F238E27FC236}">
                <a16:creationId xmlns:a16="http://schemas.microsoft.com/office/drawing/2014/main" id="{4EBB89FF-6903-B34E-41BF-A39DF1C731E9}"/>
              </a:ext>
            </a:extLst>
          </p:cNvPr>
          <p:cNvSpPr txBox="1"/>
          <p:nvPr/>
        </p:nvSpPr>
        <p:spPr>
          <a:xfrm>
            <a:off x="7606170" y="5036581"/>
            <a:ext cx="403688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Con l'età cresce chi lo vede come uno scherzo: dal 9% a 14 anni al 50% a 17.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3" name="Input penna 52">
                <a:extLst>
                  <a:ext uri="{FF2B5EF4-FFF2-40B4-BE49-F238E27FC236}">
                    <a16:creationId xmlns:a16="http://schemas.microsoft.com/office/drawing/2014/main" id="{6EE74358-B3EA-36F4-C1D9-CBDD25E80B41}"/>
                  </a:ext>
                </a:extLst>
              </p14:cNvPr>
              <p14:cNvContentPartPr/>
              <p14:nvPr/>
            </p14:nvContentPartPr>
            <p14:xfrm>
              <a:off x="6371967" y="4153097"/>
              <a:ext cx="991080" cy="1315800"/>
            </p14:xfrm>
          </p:contentPart>
        </mc:Choice>
        <mc:Fallback xmlns="">
          <p:pic>
            <p:nvPicPr>
              <p:cNvPr id="53" name="Input penna 52">
                <a:extLst>
                  <a:ext uri="{FF2B5EF4-FFF2-40B4-BE49-F238E27FC236}">
                    <a16:creationId xmlns:a16="http://schemas.microsoft.com/office/drawing/2014/main" id="{6EE74358-B3EA-36F4-C1D9-CBDD25E80B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53967" y="4135097"/>
                <a:ext cx="1026720" cy="135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404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CC5BC-8B2C-0993-F43C-7AFB2520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9A8A5F9-41EF-2DF1-8E5C-34D0965D9741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91F85BEE-22F1-CBB6-9B4D-6F082EE26468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12</a:t>
            </a:fld>
            <a:endParaRPr lang="en-US" dirty="0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ABDB9A43-8CC2-FAB9-090E-A91723440D2A}"/>
              </a:ext>
            </a:extLst>
          </p:cNvPr>
          <p:cNvSpPr/>
          <p:nvPr/>
        </p:nvSpPr>
        <p:spPr>
          <a:xfrm>
            <a:off x="158636" y="1"/>
            <a:ext cx="405215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FB346E5D-8EEE-61E3-7201-72AA8AA41C33}"/>
              </a:ext>
            </a:extLst>
          </p:cNvPr>
          <p:cNvSpPr txBox="1">
            <a:spLocks/>
          </p:cNvSpPr>
          <p:nvPr/>
        </p:nvSpPr>
        <p:spPr>
          <a:xfrm>
            <a:off x="883920" y="7010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sicuri</a:t>
            </a:r>
            <a:r>
              <a:rPr lang="en-US" sz="40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</a:t>
            </a:r>
            <a:endParaRPr lang="en-US" sz="4000" dirty="0"/>
          </a:p>
          <a:p>
            <a:pPr algn="l"/>
            <a:r>
              <a:rPr lang="en-US" sz="40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 </a:t>
            </a:r>
            <a:r>
              <a:rPr lang="en-US" sz="40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passivi</a:t>
            </a:r>
            <a:endParaRPr lang="en-US" sz="40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2BD46940-6ED0-1E67-9211-EAE8B5C20228}"/>
              </a:ext>
            </a:extLst>
          </p:cNvPr>
          <p:cNvSpPr txBox="1"/>
          <p:nvPr/>
        </p:nvSpPr>
        <p:spPr>
          <a:xfrm>
            <a:off x="883920" y="2063496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 su 4 si sentono capaci di riconoscere una foto creata con l'IA. Ma davanti a un contenuto dubbio, la metà non ha fatto niente.</a:t>
            </a:r>
            <a:endParaRPr lang="en-US" sz="14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492D417D-DAA4-3C42-F831-901FE25B5A9E}"/>
              </a:ext>
            </a:extLst>
          </p:cNvPr>
          <p:cNvSpPr txBox="1"/>
          <p:nvPr/>
        </p:nvSpPr>
        <p:spPr>
          <a:xfrm>
            <a:off x="1077169" y="411175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36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 su 21</a:t>
            </a:r>
            <a:endParaRPr lang="en-US" sz="36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7CCD272D-AF08-1F26-A760-938AA54817FA}"/>
              </a:ext>
            </a:extLst>
          </p:cNvPr>
          <p:cNvSpPr txBox="1"/>
          <p:nvPr/>
        </p:nvSpPr>
        <p:spPr>
          <a:xfrm>
            <a:off x="883920" y="48798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di chi non sa cos'è un deepfake si dà comunque 4 o 5 nel riconoscere le foto IA.</a:t>
            </a:r>
            <a:endParaRPr lang="en-US" sz="14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9BB7265-30F6-A717-A735-BC6EBAD06160}"/>
              </a:ext>
            </a:extLst>
          </p:cNvPr>
          <p:cNvSpPr txBox="1"/>
          <p:nvPr/>
        </p:nvSpPr>
        <p:spPr>
          <a:xfrm>
            <a:off x="5181600" y="1170537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fiducia nel riconoscere foto IA × cosa ha fatto l'ultima volta che ha dubitato</a:t>
            </a:r>
            <a:endParaRPr lang="en-US" sz="1200" dirty="0"/>
          </a:p>
        </p:txBody>
      </p:sp>
      <p:graphicFrame>
        <p:nvGraphicFramePr>
          <p:cNvPr id="19" name="Chart 0">
            <a:extLst>
              <a:ext uri="{FF2B5EF4-FFF2-40B4-BE49-F238E27FC236}">
                <a16:creationId xmlns:a16="http://schemas.microsoft.com/office/drawing/2014/main" id="{1EBD7D2C-9198-7960-6CF5-C18A292301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245371"/>
              </p:ext>
            </p:extLst>
          </p:nvPr>
        </p:nvGraphicFramePr>
        <p:xfrm>
          <a:off x="4998720" y="1459992"/>
          <a:ext cx="6415514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5">
            <a:extLst>
              <a:ext uri="{FF2B5EF4-FFF2-40B4-BE49-F238E27FC236}">
                <a16:creationId xmlns:a16="http://schemas.microsoft.com/office/drawing/2014/main" id="{4102CCA7-2A04-3DFF-A52D-1895E1729172}"/>
              </a:ext>
            </a:extLst>
          </p:cNvPr>
          <p:cNvSpPr txBox="1"/>
          <p:nvPr/>
        </p:nvSpPr>
        <p:spPr>
          <a:xfrm>
            <a:off x="5181600" y="38374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 cos'è un deepfake × fiducia nel riconoscere foto IA</a:t>
            </a:r>
            <a:endParaRPr lang="en-US" sz="1150" dirty="0"/>
          </a:p>
        </p:txBody>
      </p:sp>
      <p:graphicFrame>
        <p:nvGraphicFramePr>
          <p:cNvPr id="21" name="Chart 1">
            <a:extLst>
              <a:ext uri="{FF2B5EF4-FFF2-40B4-BE49-F238E27FC236}">
                <a16:creationId xmlns:a16="http://schemas.microsoft.com/office/drawing/2014/main" id="{9E8DA9E2-C2FC-35AE-956B-E1F21415A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012193"/>
              </p:ext>
            </p:extLst>
          </p:nvPr>
        </p:nvGraphicFramePr>
        <p:xfrm>
          <a:off x="4998720" y="3928872"/>
          <a:ext cx="657317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Slide Number Placeholder 0">
            <a:extLst>
              <a:ext uri="{FF2B5EF4-FFF2-40B4-BE49-F238E27FC236}">
                <a16:creationId xmlns:a16="http://schemas.microsoft.com/office/drawing/2014/main" id="{32014EC9-14EB-CD25-4A6E-7BD7782C0EF0}"/>
              </a:ext>
            </a:extLst>
          </p:cNvPr>
          <p:cNvSpPr txBox="1">
            <a:spLocks/>
          </p:cNvSpPr>
          <p:nvPr/>
        </p:nvSpPr>
        <p:spPr>
          <a:xfrm>
            <a:off x="11246815" y="65349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0" name="Input penna 49">
                <a:extLst>
                  <a:ext uri="{FF2B5EF4-FFF2-40B4-BE49-F238E27FC236}">
                    <a16:creationId xmlns:a16="http://schemas.microsoft.com/office/drawing/2014/main" id="{3F4420F6-D3B5-D2FB-6E38-7A95BCC24F0D}"/>
                  </a:ext>
                </a:extLst>
              </p14:cNvPr>
              <p14:cNvContentPartPr/>
              <p14:nvPr/>
            </p14:nvContentPartPr>
            <p14:xfrm>
              <a:off x="917896" y="3698230"/>
              <a:ext cx="2534040" cy="1126800"/>
            </p14:xfrm>
          </p:contentPart>
        </mc:Choice>
        <mc:Fallback xmlns="">
          <p:pic>
            <p:nvPicPr>
              <p:cNvPr id="50" name="Input penna 49">
                <a:extLst>
                  <a:ext uri="{FF2B5EF4-FFF2-40B4-BE49-F238E27FC236}">
                    <a16:creationId xmlns:a16="http://schemas.microsoft.com/office/drawing/2014/main" id="{3F4420F6-D3B5-D2FB-6E38-7A95BCC24F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9896" y="3680230"/>
                <a:ext cx="2569680" cy="116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8364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DB11C-2305-8393-25C6-B67841D7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C03035A-1FFB-E2E6-682C-B8DA63CD9B38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883A9550-E1F8-98E6-A798-0496E6AE83B9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13</a:t>
            </a:fld>
            <a:endParaRPr lang="en-US" dirty="0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E5C46B28-A5C8-4791-4BB9-22D62BBC585F}"/>
              </a:ext>
            </a:extLst>
          </p:cNvPr>
          <p:cNvSpPr/>
          <p:nvPr/>
        </p:nvSpPr>
        <p:spPr>
          <a:xfrm>
            <a:off x="158636" y="1"/>
            <a:ext cx="405215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Slide Number Placeholder 0">
            <a:extLst>
              <a:ext uri="{FF2B5EF4-FFF2-40B4-BE49-F238E27FC236}">
                <a16:creationId xmlns:a16="http://schemas.microsoft.com/office/drawing/2014/main" id="{193468F7-2E12-45CD-8161-3F34065A44C6}"/>
              </a:ext>
            </a:extLst>
          </p:cNvPr>
          <p:cNvSpPr txBox="1">
            <a:spLocks/>
          </p:cNvSpPr>
          <p:nvPr/>
        </p:nvSpPr>
        <p:spPr>
          <a:xfrm>
            <a:off x="11246815" y="65349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D0C59D0D-217C-F257-4416-B5E980C85E20}"/>
              </a:ext>
            </a:extLst>
          </p:cNvPr>
          <p:cNvSpPr txBox="1">
            <a:spLocks/>
          </p:cNvSpPr>
          <p:nvPr/>
        </p:nvSpPr>
        <p:spPr>
          <a:xfrm>
            <a:off x="868375" y="568828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 se </a:t>
            </a:r>
            <a:r>
              <a:rPr lang="en-US" sz="46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toccasse</a:t>
            </a:r>
            <a:endParaRPr lang="en-US" sz="4600" dirty="0"/>
          </a:p>
          <a:p>
            <a:pPr algn="l"/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</a:t>
            </a:r>
            <a:r>
              <a:rPr lang="en-US" sz="46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</a:t>
            </a:r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4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539C68-5ED2-3E55-EE30-7478FD8E84DA}"/>
              </a:ext>
            </a:extLst>
          </p:cNvPr>
          <p:cNvSpPr txBox="1"/>
          <p:nvPr/>
        </p:nvSpPr>
        <p:spPr>
          <a:xfrm>
            <a:off x="868375" y="2242180"/>
            <a:ext cx="57005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sapresti come agire se un'immagine falsa di te iniziasse a circolare?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399EE8C-E38A-A1ED-CBAA-DD6F0F57AD7B}"/>
              </a:ext>
            </a:extLst>
          </p:cNvPr>
          <p:cNvSpPr txBox="1"/>
          <p:nvPr/>
        </p:nvSpPr>
        <p:spPr>
          <a:xfrm>
            <a:off x="868375" y="272681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102 risposte · 1 = per niente, 5 = sì, saprei cosa fare</a:t>
            </a:r>
            <a:endParaRPr lang="en-US" sz="10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6FD5F7B8-F920-C6EE-A9A5-3A8C7782EE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8548303"/>
              </p:ext>
            </p:extLst>
          </p:nvPr>
        </p:nvGraphicFramePr>
        <p:xfrm>
          <a:off x="731215" y="2973700"/>
          <a:ext cx="60350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>
            <a:extLst>
              <a:ext uri="{FF2B5EF4-FFF2-40B4-BE49-F238E27FC236}">
                <a16:creationId xmlns:a16="http://schemas.microsoft.com/office/drawing/2014/main" id="{E6D2F0FD-897E-0B22-C9E0-270475E53A63}"/>
              </a:ext>
            </a:extLst>
          </p:cNvPr>
          <p:cNvSpPr txBox="1"/>
          <p:nvPr/>
        </p:nvSpPr>
        <p:spPr>
          <a:xfrm>
            <a:off x="7479157" y="1633647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6600" b="1" kern="0" spc="-4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62%</a:t>
            </a:r>
            <a:endParaRPr lang="en-US" sz="6600" dirty="0"/>
          </a:p>
        </p:txBody>
      </p:sp>
      <p:pic>
        <p:nvPicPr>
          <p:cNvPr id="8" name="Image 0" descr="/home/claude/work/build/assets/d30.png">
            <a:extLst>
              <a:ext uri="{FF2B5EF4-FFF2-40B4-BE49-F238E27FC236}">
                <a16:creationId xmlns:a16="http://schemas.microsoft.com/office/drawing/2014/main" id="{712AD9DF-C0A6-A0C5-6CDD-38405F47E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033" y="1282060"/>
            <a:ext cx="2834640" cy="141732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F8B33FD5-3CBF-E77C-9459-1788402CE17E}"/>
              </a:ext>
            </a:extLst>
          </p:cNvPr>
          <p:cNvSpPr txBox="1"/>
          <p:nvPr/>
        </p:nvSpPr>
        <p:spPr>
          <a:xfrm>
            <a:off x="7250557" y="27043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non va oltre il 3: non saprebbe davvero cosa fare.</a:t>
            </a:r>
            <a:endParaRPr lang="en-US" sz="1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24D579D-33A0-AADB-D864-0CBEFB374837}"/>
              </a:ext>
            </a:extLst>
          </p:cNvPr>
          <p:cNvSpPr txBox="1"/>
          <p:nvPr/>
        </p:nvSpPr>
        <p:spPr>
          <a:xfrm>
            <a:off x="7534186" y="3501954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6600" b="1" kern="0" spc="-4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54%</a:t>
            </a:r>
            <a:endParaRPr lang="en-US" sz="66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6740219-3A18-DA52-FE93-0FA858353D41}"/>
              </a:ext>
            </a:extLst>
          </p:cNvPr>
          <p:cNvSpPr txBox="1"/>
          <p:nvPr/>
        </p:nvSpPr>
        <p:spPr>
          <a:xfrm>
            <a:off x="7250557" y="4364094"/>
            <a:ext cx="40140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di chi si sente capace di riconoscere le foto IA non saprebbe bene come agire (41 su 76).</a:t>
            </a:r>
            <a:endParaRPr lang="en-US" sz="14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CDF725E5-7F02-A713-7491-E2E66A269B50}"/>
              </a:ext>
            </a:extLst>
          </p:cNvPr>
          <p:cNvSpPr txBox="1"/>
          <p:nvPr/>
        </p:nvSpPr>
        <p:spPr>
          <a:xfrm>
            <a:off x="7250557" y="524585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Riconoscere un falso non basta: serve un'educazione su cosa fare dopo.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02316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6D63C-C349-58F7-4600-40AEB4C2D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1FD41DD8-C12A-AADA-901B-9E0DF8141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303" y="3508721"/>
            <a:ext cx="1090586" cy="1090586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8790340-4841-DE1F-0811-90FDF4504A7F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895CDB3D-FA6A-3ED3-9F85-C1E39CCC173C}"/>
              </a:ext>
            </a:extLst>
          </p:cNvPr>
          <p:cNvSpPr txBox="1">
            <a:spLocks/>
          </p:cNvSpPr>
          <p:nvPr/>
        </p:nvSpPr>
        <p:spPr>
          <a:xfrm>
            <a:off x="353887" y="146166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14</a:t>
            </a:fld>
            <a:endParaRPr lang="en-US" dirty="0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FC9EC28E-BD26-FF63-94C7-17DE80AA3169}"/>
              </a:ext>
            </a:extLst>
          </p:cNvPr>
          <p:cNvSpPr/>
          <p:nvPr/>
        </p:nvSpPr>
        <p:spPr>
          <a:xfrm>
            <a:off x="213665" y="1"/>
            <a:ext cx="350186" cy="685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Slide Number Placeholder 0">
            <a:extLst>
              <a:ext uri="{FF2B5EF4-FFF2-40B4-BE49-F238E27FC236}">
                <a16:creationId xmlns:a16="http://schemas.microsoft.com/office/drawing/2014/main" id="{31242F38-43B8-C0D2-5EC0-F106CF502F40}"/>
              </a:ext>
            </a:extLst>
          </p:cNvPr>
          <p:cNvSpPr txBox="1">
            <a:spLocks/>
          </p:cNvSpPr>
          <p:nvPr/>
        </p:nvSpPr>
        <p:spPr>
          <a:xfrm>
            <a:off x="11611745" y="65349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23" name="Slide Number Placeholder 0">
            <a:extLst>
              <a:ext uri="{FF2B5EF4-FFF2-40B4-BE49-F238E27FC236}">
                <a16:creationId xmlns:a16="http://schemas.microsoft.com/office/drawing/2014/main" id="{4A6898A7-F9CA-CC3F-2049-16F5C721C217}"/>
              </a:ext>
            </a:extLst>
          </p:cNvPr>
          <p:cNvSpPr txBox="1">
            <a:spLocks/>
          </p:cNvSpPr>
          <p:nvPr/>
        </p:nvSpPr>
        <p:spPr>
          <a:xfrm>
            <a:off x="11596200" y="64027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2399822-CA36-2989-053F-215AD77C8435}"/>
              </a:ext>
            </a:extLst>
          </p:cNvPr>
          <p:cNvSpPr txBox="1">
            <a:spLocks/>
          </p:cNvSpPr>
          <p:nvPr/>
        </p:nvSpPr>
        <p:spPr>
          <a:xfrm>
            <a:off x="976770" y="566928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chi </a:t>
            </a:r>
            <a:r>
              <a:rPr lang="en-US" sz="46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chiedono</a:t>
            </a:r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:</a:t>
            </a:r>
            <a:endParaRPr lang="en-US" sz="4600" dirty="0"/>
          </a:p>
          <a:p>
            <a:pPr algn="l"/>
            <a:r>
              <a:rPr lang="en-US" sz="46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allo</a:t>
            </a:r>
            <a:r>
              <a:rPr lang="en-US" sz="46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4600" i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schermo</a:t>
            </a:r>
            <a:endParaRPr lang="en-US" sz="4600" i="1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76AB6C1E-2F4B-F9A0-15ED-641A078DB4AD}"/>
              </a:ext>
            </a:extLst>
          </p:cNvPr>
          <p:cNvSpPr txBox="1"/>
          <p:nvPr/>
        </p:nvSpPr>
        <p:spPr>
          <a:xfrm>
            <a:off x="976770" y="2240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 volessi capire cosa fare in una situazione del genere, dove cercheresti informazioni?</a:t>
            </a:r>
            <a:endParaRPr lang="en-US" sz="12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E05470EB-9E1D-C63A-DA1E-49474CB5FA37}"/>
              </a:ext>
            </a:extLst>
          </p:cNvPr>
          <p:cNvSpPr txBox="1"/>
          <p:nvPr/>
        </p:nvSpPr>
        <p:spPr>
          <a:xfrm>
            <a:off x="976770" y="27249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103 risposte · più risposte possibili</a:t>
            </a:r>
            <a:endParaRPr lang="en-US" sz="10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BEDACB7-15CE-2A7D-E2B6-D7F7570C3DE4}"/>
              </a:ext>
            </a:extLst>
          </p:cNvPr>
          <p:cNvSpPr/>
          <p:nvPr/>
        </p:nvSpPr>
        <p:spPr>
          <a:xfrm>
            <a:off x="7925380" y="1371600"/>
            <a:ext cx="182880" cy="182880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A061076A-269C-932D-BA05-AC49035AFD1A}"/>
              </a:ext>
            </a:extLst>
          </p:cNvPr>
          <p:cNvSpPr txBox="1"/>
          <p:nvPr/>
        </p:nvSpPr>
        <p:spPr>
          <a:xfrm>
            <a:off x="8199700" y="1316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fonti digitali</a:t>
            </a:r>
            <a:endParaRPr lang="en-US" sz="13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F968B06C-7B34-D5D0-E1E3-4DD3A3A19AAF}"/>
              </a:ext>
            </a:extLst>
          </p:cNvPr>
          <p:cNvSpPr/>
          <p:nvPr/>
        </p:nvSpPr>
        <p:spPr>
          <a:xfrm>
            <a:off x="7925380" y="1737360"/>
            <a:ext cx="182880" cy="182880"/>
          </a:xfrm>
          <a:prstGeom prst="ellipse">
            <a:avLst/>
          </a:prstGeom>
          <a:solidFill>
            <a:srgbClr val="E71224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2EDBA651-BC6B-E23F-E1FE-9CDE0D5F0CE2}"/>
              </a:ext>
            </a:extLst>
          </p:cNvPr>
          <p:cNvSpPr txBox="1"/>
          <p:nvPr/>
        </p:nvSpPr>
        <p:spPr>
          <a:xfrm>
            <a:off x="8199700" y="1682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persone</a:t>
            </a:r>
            <a:endParaRPr lang="en-US" sz="13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CBC7185A-FD29-7491-7BD3-0396BD9C0EE7}"/>
              </a:ext>
            </a:extLst>
          </p:cNvPr>
          <p:cNvSpPr txBox="1"/>
          <p:nvPr/>
        </p:nvSpPr>
        <p:spPr>
          <a:xfrm>
            <a:off x="7925380" y="23042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4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su 3</a:t>
            </a:r>
            <a:endParaRPr lang="en-US" sz="54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C362F1AC-95F1-6D85-7D42-D08BAFDD082D}"/>
              </a:ext>
            </a:extLst>
          </p:cNvPr>
          <p:cNvSpPr txBox="1"/>
          <p:nvPr/>
        </p:nvSpPr>
        <p:spPr>
          <a:xfrm>
            <a:off x="7957880" y="3005801"/>
            <a:ext cx="35176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chiederebbe all'intelligenza artificiale cosa fare, quanto agli amici. Google batte gli adulti.</a:t>
            </a:r>
            <a:endParaRPr lang="en-US" sz="14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B71E0B7-A1EB-9D46-25E8-00C7F438F709}"/>
              </a:ext>
            </a:extLst>
          </p:cNvPr>
          <p:cNvSpPr txBox="1"/>
          <p:nvPr/>
        </p:nvSpPr>
        <p:spPr>
          <a:xfrm>
            <a:off x="7957879" y="3822241"/>
            <a:ext cx="351761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Troppa fiducia nel supporto digitale, proprio dove i contenuti digitali possono ingannare.</a:t>
            </a:r>
            <a:endParaRPr lang="en-US" sz="1400" dirty="0"/>
          </a:p>
        </p:txBody>
      </p:sp>
      <p:graphicFrame>
        <p:nvGraphicFramePr>
          <p:cNvPr id="28" name="Chart 0">
            <a:extLst>
              <a:ext uri="{FF2B5EF4-FFF2-40B4-BE49-F238E27FC236}">
                <a16:creationId xmlns:a16="http://schemas.microsoft.com/office/drawing/2014/main" id="{E0C2AA51-3E7E-6BE4-3B47-673A912B14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7799243"/>
              </p:ext>
            </p:extLst>
          </p:nvPr>
        </p:nvGraphicFramePr>
        <p:xfrm>
          <a:off x="810139" y="2889714"/>
          <a:ext cx="67665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2" name="Immagine 31">
            <a:extLst>
              <a:ext uri="{FF2B5EF4-FFF2-40B4-BE49-F238E27FC236}">
                <a16:creationId xmlns:a16="http://schemas.microsoft.com/office/drawing/2014/main" id="{4ED5C57B-D2B2-16EA-B901-66EB33391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360" y="5175504"/>
            <a:ext cx="1270388" cy="1280160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D15D3AFC-3991-B2AA-BB74-4D995FC384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0878" y="5171232"/>
            <a:ext cx="874024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49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B18D7-1AD7-2232-BE77-F7888E6C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77D8170-263B-2E4C-2005-9D2EB7417322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AD38DDE3-3FA8-21D4-2BB8-D13FB482D1AE}"/>
              </a:ext>
            </a:extLst>
          </p:cNvPr>
          <p:cNvSpPr txBox="1">
            <a:spLocks/>
          </p:cNvSpPr>
          <p:nvPr/>
        </p:nvSpPr>
        <p:spPr>
          <a:xfrm>
            <a:off x="353887" y="146166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15</a:t>
            </a:fld>
            <a:endParaRPr lang="en-US" dirty="0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33774F4F-3C6F-F3F7-C6F3-96396684DA8C}"/>
              </a:ext>
            </a:extLst>
          </p:cNvPr>
          <p:cNvSpPr/>
          <p:nvPr/>
        </p:nvSpPr>
        <p:spPr>
          <a:xfrm>
            <a:off x="213665" y="1"/>
            <a:ext cx="350186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Slide Number Placeholder 0">
            <a:extLst>
              <a:ext uri="{FF2B5EF4-FFF2-40B4-BE49-F238E27FC236}">
                <a16:creationId xmlns:a16="http://schemas.microsoft.com/office/drawing/2014/main" id="{11CCE7CE-DF82-823C-33BF-48F74672FC57}"/>
              </a:ext>
            </a:extLst>
          </p:cNvPr>
          <p:cNvSpPr txBox="1">
            <a:spLocks/>
          </p:cNvSpPr>
          <p:nvPr/>
        </p:nvSpPr>
        <p:spPr>
          <a:xfrm>
            <a:off x="11611745" y="65349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23" name="Slide Number Placeholder 0">
            <a:extLst>
              <a:ext uri="{FF2B5EF4-FFF2-40B4-BE49-F238E27FC236}">
                <a16:creationId xmlns:a16="http://schemas.microsoft.com/office/drawing/2014/main" id="{8A7A4CD5-6F7B-C81B-9965-71DFB14ADEE1}"/>
              </a:ext>
            </a:extLst>
          </p:cNvPr>
          <p:cNvSpPr txBox="1">
            <a:spLocks/>
          </p:cNvSpPr>
          <p:nvPr/>
        </p:nvSpPr>
        <p:spPr>
          <a:xfrm>
            <a:off x="11596200" y="64027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B7DEAABF-E372-6FDF-80B9-83367F348F8A}"/>
              </a:ext>
            </a:extLst>
          </p:cNvPr>
          <p:cNvSpPr txBox="1">
            <a:spLocks/>
          </p:cNvSpPr>
          <p:nvPr/>
        </p:nvSpPr>
        <p:spPr>
          <a:xfrm>
            <a:off x="793890" y="758603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b="1" kern="0" spc="-15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chi ne</a:t>
            </a:r>
            <a:endParaRPr lang="en-US" sz="4600"/>
          </a:p>
          <a:p>
            <a:pPr algn="l"/>
            <a:r>
              <a:rPr lang="en-US" sz="4600" b="1" kern="0" spc="-15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parlerebbero?</a:t>
            </a:r>
            <a:endParaRPr lang="en-US" sz="4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797C1D-FCA8-2F28-B88B-855DACF39DD2}"/>
              </a:ext>
            </a:extLst>
          </p:cNvPr>
          <p:cNvSpPr txBox="1"/>
          <p:nvPr/>
        </p:nvSpPr>
        <p:spPr>
          <a:xfrm>
            <a:off x="793890" y="2431955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genere × primo confidente se una conversazione online mettesse a disagio</a:t>
            </a:r>
            <a:endParaRPr lang="en-US" sz="115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EBB7468E-9A41-0D80-7DC6-161362CC1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975996"/>
              </p:ext>
            </p:extLst>
          </p:nvPr>
        </p:nvGraphicFramePr>
        <p:xfrm>
          <a:off x="793890" y="2843435"/>
          <a:ext cx="7498080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amico/a</a:t>
                      </a: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E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genitore</a:t>
                      </a: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E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fratello/sorella</a:t>
                      </a: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E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nessuno</a:t>
                      </a: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12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altro</a:t>
                      </a: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E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totale</a:t>
                      </a: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E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Femmine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10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Maschi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41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6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15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10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81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Non binari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4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Totale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51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10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7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17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11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96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F128EEF4-8E31-6DF9-CBC3-9DD066E7BA03}"/>
              </a:ext>
            </a:extLst>
          </p:cNvPr>
          <p:cNvSpPr txBox="1"/>
          <p:nvPr/>
        </p:nvSpPr>
        <p:spPr>
          <a:xfrm>
            <a:off x="793890" y="5312315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Solo 10 femmine e 4 non binari: confronto indicativo. Esclusa 1 persona che preferisce non indicare il genere (nessuno).</a:t>
            </a:r>
            <a:endParaRPr lang="en-US" sz="1100" dirty="0"/>
          </a:p>
        </p:txBody>
      </p:sp>
      <p:pic>
        <p:nvPicPr>
          <p:cNvPr id="7" name="Image 0" descr="/home/claude/work/build/assets/ic_FaUserFFFFFF.png">
            <a:extLst>
              <a:ext uri="{FF2B5EF4-FFF2-40B4-BE49-F238E27FC236}">
                <a16:creationId xmlns:a16="http://schemas.microsoft.com/office/drawing/2014/main" id="{C9339841-ADC1-F0C3-3598-81DD34D70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9210" y="1243235"/>
            <a:ext cx="365760" cy="365760"/>
          </a:xfrm>
          <a:prstGeom prst="rect">
            <a:avLst/>
          </a:prstGeom>
        </p:spPr>
      </p:pic>
      <p:pic>
        <p:nvPicPr>
          <p:cNvPr id="8" name="Image 1" descr="/home/claude/work/build/assets/mk17.png">
            <a:extLst>
              <a:ext uri="{FF2B5EF4-FFF2-40B4-BE49-F238E27FC236}">
                <a16:creationId xmlns:a16="http://schemas.microsoft.com/office/drawing/2014/main" id="{1404B288-6B86-8864-C2DE-B2553F70EFD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8657730" y="2367947"/>
            <a:ext cx="3108960" cy="329184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754F7E4F-B94D-1B49-5D67-8A39D37D7152}"/>
              </a:ext>
            </a:extLst>
          </p:cNvPr>
          <p:cNvSpPr txBox="1"/>
          <p:nvPr/>
        </p:nvSpPr>
        <p:spPr>
          <a:xfrm>
            <a:off x="8749170" y="1883315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42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 su 96</a:t>
            </a:r>
            <a:endParaRPr lang="en-US" sz="42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2C5531C-64B7-CAE1-6755-1BCB4139AAA3}"/>
              </a:ext>
            </a:extLst>
          </p:cNvPr>
          <p:cNvSpPr txBox="1"/>
          <p:nvPr/>
        </p:nvSpPr>
        <p:spPr>
          <a:xfrm>
            <a:off x="8749170" y="2889155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non ne parlerebbe con nessuno: quasi 1 su 5, tutti tra i ragazzi.</a:t>
            </a:r>
            <a:endParaRPr lang="en-US" sz="14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5DC7F5B3-9A3E-86BA-8195-35090EB9B613}"/>
              </a:ext>
            </a:extLst>
          </p:cNvPr>
          <p:cNvSpPr txBox="1"/>
          <p:nvPr/>
        </p:nvSpPr>
        <p:spPr>
          <a:xfrm>
            <a:off x="8749170" y="42995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latin typeface="+mn-lt" pitchFamily="34" charset="0"/>
                <a:ea typeface="+mn-lt" pitchFamily="34" charset="-122"/>
                <a:cs typeface="+mn-lt" pitchFamily="34" charset="-120"/>
              </a:rPr>
              <a:t>L'amico è il primo riferimento per oltre la metà. Genitori e docenti sono scelti raramente.</a:t>
            </a:r>
            <a:endParaRPr lang="en-US" sz="1400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45AA0A4E-0604-6C53-8452-CD5529FAC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56650">
            <a:off x="6743616" y="289545"/>
            <a:ext cx="1502531" cy="21455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0" name="Input penna 39">
                <a:extLst>
                  <a:ext uri="{FF2B5EF4-FFF2-40B4-BE49-F238E27FC236}">
                    <a16:creationId xmlns:a16="http://schemas.microsoft.com/office/drawing/2014/main" id="{53EC976E-3DEE-BE13-74BD-CF6FEFDDE9A4}"/>
                  </a:ext>
                </a:extLst>
              </p14:cNvPr>
              <p14:cNvContentPartPr/>
              <p14:nvPr/>
            </p14:nvContentPartPr>
            <p14:xfrm>
              <a:off x="6316527" y="513670"/>
              <a:ext cx="2882520" cy="2239920"/>
            </p14:xfrm>
          </p:contentPart>
        </mc:Choice>
        <mc:Fallback xmlns="">
          <p:pic>
            <p:nvPicPr>
              <p:cNvPr id="40" name="Input penna 39">
                <a:extLst>
                  <a:ext uri="{FF2B5EF4-FFF2-40B4-BE49-F238E27FC236}">
                    <a16:creationId xmlns:a16="http://schemas.microsoft.com/office/drawing/2014/main" id="{53EC976E-3DEE-BE13-74BD-CF6FEFDDE9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98887" y="496030"/>
                <a:ext cx="2918160" cy="22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" name="Input penna 40">
                <a:extLst>
                  <a:ext uri="{FF2B5EF4-FFF2-40B4-BE49-F238E27FC236}">
                    <a16:creationId xmlns:a16="http://schemas.microsoft.com/office/drawing/2014/main" id="{A9D5981C-B7DF-A342-8949-CDE6334146D7}"/>
                  </a:ext>
                </a:extLst>
              </p14:cNvPr>
              <p14:cNvContentPartPr/>
              <p14:nvPr/>
            </p14:nvContentPartPr>
            <p14:xfrm>
              <a:off x="5397447" y="732910"/>
              <a:ext cx="1025280" cy="1192680"/>
            </p14:xfrm>
          </p:contentPart>
        </mc:Choice>
        <mc:Fallback xmlns="">
          <p:pic>
            <p:nvPicPr>
              <p:cNvPr id="41" name="Input penna 40">
                <a:extLst>
                  <a:ext uri="{FF2B5EF4-FFF2-40B4-BE49-F238E27FC236}">
                    <a16:creationId xmlns:a16="http://schemas.microsoft.com/office/drawing/2014/main" id="{A9D5981C-B7DF-A342-8949-CDE6334146D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79447" y="714910"/>
                <a:ext cx="1060920" cy="12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6" name="Input penna 65">
                <a:extLst>
                  <a:ext uri="{FF2B5EF4-FFF2-40B4-BE49-F238E27FC236}">
                    <a16:creationId xmlns:a16="http://schemas.microsoft.com/office/drawing/2014/main" id="{DAE6DDE9-9034-22A6-5461-836EDBF8E22C}"/>
                  </a:ext>
                </a:extLst>
              </p14:cNvPr>
              <p14:cNvContentPartPr/>
              <p14:nvPr/>
            </p14:nvContentPartPr>
            <p14:xfrm>
              <a:off x="2458047" y="4591461"/>
              <a:ext cx="568800" cy="513360"/>
            </p14:xfrm>
          </p:contentPart>
        </mc:Choice>
        <mc:Fallback xmlns="">
          <p:pic>
            <p:nvPicPr>
              <p:cNvPr id="66" name="Input penna 65">
                <a:extLst>
                  <a:ext uri="{FF2B5EF4-FFF2-40B4-BE49-F238E27FC236}">
                    <a16:creationId xmlns:a16="http://schemas.microsoft.com/office/drawing/2014/main" id="{DAE6DDE9-9034-22A6-5461-836EDBF8E22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40047" y="4573821"/>
                <a:ext cx="604440" cy="54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8576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5E49-FEAC-28FB-8F73-C3631311B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95B0D289-EEF7-C00A-0373-F37A7DA21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375"/>
                    </a14:imgEffect>
                    <a14:imgEffect>
                      <a14:saturation sat="104000"/>
                    </a14:imgEffect>
                    <a14:imgEffect>
                      <a14:brightnessContrast bright="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5969629" y="1445140"/>
            <a:ext cx="7032491" cy="3955776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96AE9586-0485-346E-A4FC-738199FBC64A}"/>
              </a:ext>
            </a:extLst>
          </p:cNvPr>
          <p:cNvSpPr/>
          <p:nvPr/>
        </p:nvSpPr>
        <p:spPr>
          <a:xfrm>
            <a:off x="215023" y="-15658"/>
            <a:ext cx="2050635" cy="6899747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A43A5532-9FA5-1F37-03E3-F1FB1AB049C6}"/>
              </a:ext>
            </a:extLst>
          </p:cNvPr>
          <p:cNvSpPr/>
          <p:nvPr/>
        </p:nvSpPr>
        <p:spPr>
          <a:xfrm>
            <a:off x="576036" y="-36279"/>
            <a:ext cx="1976181" cy="6920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74CE5635-36DA-2D2B-B73B-68AB40195F65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16</a:t>
            </a:fld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63396E-BBEE-E12F-7EAE-25C814EED44F}"/>
              </a:ext>
            </a:extLst>
          </p:cNvPr>
          <p:cNvSpPr txBox="1"/>
          <p:nvPr/>
        </p:nvSpPr>
        <p:spPr>
          <a:xfrm>
            <a:off x="748867" y="1031842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8800" b="1" kern="0" spc="-4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indagine</a:t>
            </a:r>
            <a:endParaRPr lang="en-US" sz="8800" dirty="0"/>
          </a:p>
          <a:p>
            <a:pPr>
              <a:lnSpc>
                <a:spcPct val="86000"/>
              </a:lnSpc>
            </a:pPr>
            <a:r>
              <a:rPr lang="en-US" sz="8800" b="1" kern="0" spc="-4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qualitativa</a:t>
            </a:r>
            <a:endParaRPr lang="en-US" sz="8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48412C-1EEF-8B97-A6A8-D5E9AD01E39E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D1949A-B7A4-4399-178D-784FEC865293}"/>
              </a:ext>
            </a:extLst>
          </p:cNvPr>
          <p:cNvSpPr txBox="1"/>
          <p:nvPr/>
        </p:nvSpPr>
        <p:spPr>
          <a:xfrm>
            <a:off x="822394" y="3469625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interview on the spot</a:t>
            </a:r>
            <a:endParaRPr lang="en-US" sz="15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207F76B-6855-D3DC-8B7C-6E22A15A5CFD}"/>
              </a:ext>
            </a:extLst>
          </p:cNvPr>
          <p:cNvSpPr txBox="1"/>
          <p:nvPr/>
        </p:nvSpPr>
        <p:spPr>
          <a:xfrm>
            <a:off x="840846" y="3835385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>
                <a:ea typeface="+mn-lt" pitchFamily="34" charset="-122"/>
                <a:cs typeface="+mn-lt" pitchFamily="34" charset="-120"/>
              </a:rPr>
              <a:t>Due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interviste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semi-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strutturate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con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esercizi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pratici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: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confronto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tra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profili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foto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generata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con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l'IA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, chat di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adescamento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simulata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84CAAEB-B751-5797-EEF5-CAABFFF7CE98}"/>
              </a:ext>
            </a:extLst>
          </p:cNvPr>
          <p:cNvSpPr txBox="1"/>
          <p:nvPr/>
        </p:nvSpPr>
        <p:spPr>
          <a:xfrm rot="16200000">
            <a:off x="10354097" y="4983913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 — interviste</a:t>
            </a:r>
            <a:endParaRPr 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FF940037-F89F-52E5-E7D1-09852409BDA4}"/>
                  </a:ext>
                </a:extLst>
              </p14:cNvPr>
              <p14:cNvContentPartPr/>
              <p14:nvPr/>
            </p14:nvContentPartPr>
            <p14:xfrm>
              <a:off x="5465127" y="2425270"/>
              <a:ext cx="3508920" cy="255780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FF940037-F89F-52E5-E7D1-09852409BD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7487" y="2407270"/>
                <a:ext cx="3544560" cy="259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9835F47C-1ACF-5ABA-07C4-4C0CD6FC4810}"/>
                  </a:ext>
                </a:extLst>
              </p14:cNvPr>
              <p14:cNvContentPartPr/>
              <p14:nvPr/>
            </p14:nvContentPartPr>
            <p14:xfrm>
              <a:off x="10320807" y="4744030"/>
              <a:ext cx="819720" cy="839160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9835F47C-1ACF-5ABA-07C4-4C0CD6FC481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03167" y="4726390"/>
                <a:ext cx="85536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C9615019-896B-1D7A-6AF3-D9469736B3DC}"/>
                  </a:ext>
                </a:extLst>
              </p14:cNvPr>
              <p14:cNvContentPartPr/>
              <p14:nvPr/>
            </p14:nvContentPartPr>
            <p14:xfrm>
              <a:off x="10194087" y="3900550"/>
              <a:ext cx="474120" cy="471960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C9615019-896B-1D7A-6AF3-D9469736B3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76087" y="3882910"/>
                <a:ext cx="50976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6AEB4133-B74E-D746-C0E8-EAAA6067E519}"/>
                  </a:ext>
                </a:extLst>
              </p14:cNvPr>
              <p14:cNvContentPartPr/>
              <p14:nvPr/>
            </p14:nvContentPartPr>
            <p14:xfrm>
              <a:off x="9284367" y="2467030"/>
              <a:ext cx="416880" cy="444600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6AEB4133-B74E-D746-C0E8-EAAA6067E5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66367" y="2449030"/>
                <a:ext cx="45252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AC7E3587-C235-DD5D-F253-EE8D66AA1646}"/>
                  </a:ext>
                </a:extLst>
              </p14:cNvPr>
              <p14:cNvContentPartPr/>
              <p14:nvPr/>
            </p14:nvContentPartPr>
            <p14:xfrm>
              <a:off x="7166487" y="429070"/>
              <a:ext cx="1168920" cy="842760"/>
            </p14:xfrm>
          </p:contentPart>
        </mc:Choice>
        <mc:Fallback xmlns=""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AC7E3587-C235-DD5D-F253-EE8D66AA16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48847" y="411430"/>
                <a:ext cx="1204560" cy="8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Input penna 28">
                <a:extLst>
                  <a:ext uri="{FF2B5EF4-FFF2-40B4-BE49-F238E27FC236}">
                    <a16:creationId xmlns:a16="http://schemas.microsoft.com/office/drawing/2014/main" id="{A6A5A565-4810-3EBD-B79D-75FD88450D15}"/>
                  </a:ext>
                </a:extLst>
              </p14:cNvPr>
              <p14:cNvContentPartPr/>
              <p14:nvPr/>
            </p14:nvContentPartPr>
            <p14:xfrm>
              <a:off x="9417207" y="693670"/>
              <a:ext cx="2850840" cy="673920"/>
            </p14:xfrm>
          </p:contentPart>
        </mc:Choice>
        <mc:Fallback xmlns="">
          <p:pic>
            <p:nvPicPr>
              <p:cNvPr id="29" name="Input penna 28">
                <a:extLst>
                  <a:ext uri="{FF2B5EF4-FFF2-40B4-BE49-F238E27FC236}">
                    <a16:creationId xmlns:a16="http://schemas.microsoft.com/office/drawing/2014/main" id="{A6A5A565-4810-3EBD-B79D-75FD88450D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9207" y="675670"/>
                <a:ext cx="288648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5" name="Input penna 34">
                <a:extLst>
                  <a:ext uri="{FF2B5EF4-FFF2-40B4-BE49-F238E27FC236}">
                    <a16:creationId xmlns:a16="http://schemas.microsoft.com/office/drawing/2014/main" id="{9F40B48A-54FC-3055-96A7-26CE39E49961}"/>
                  </a:ext>
                </a:extLst>
              </p14:cNvPr>
              <p14:cNvContentPartPr/>
              <p14:nvPr/>
            </p14:nvContentPartPr>
            <p14:xfrm>
              <a:off x="5446056" y="2555520"/>
              <a:ext cx="126360" cy="131760"/>
            </p14:xfrm>
          </p:contentPart>
        </mc:Choice>
        <mc:Fallback xmlns="">
          <p:pic>
            <p:nvPicPr>
              <p:cNvPr id="35" name="Input penna 34">
                <a:extLst>
                  <a:ext uri="{FF2B5EF4-FFF2-40B4-BE49-F238E27FC236}">
                    <a16:creationId xmlns:a16="http://schemas.microsoft.com/office/drawing/2014/main" id="{9F40B48A-54FC-3055-96A7-26CE39E499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28416" y="2537520"/>
                <a:ext cx="162000" cy="16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7080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CFEC-FB49-0588-B351-22DA2496B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magine 62">
            <a:extLst>
              <a:ext uri="{FF2B5EF4-FFF2-40B4-BE49-F238E27FC236}">
                <a16:creationId xmlns:a16="http://schemas.microsoft.com/office/drawing/2014/main" id="{93A939D7-F1A1-819E-C611-826E61910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903" y="-5096"/>
            <a:ext cx="4594860" cy="6944369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F721E897-AEAD-4CCA-9074-001D497E824F}"/>
              </a:ext>
            </a:extLst>
          </p:cNvPr>
          <p:cNvSpPr/>
          <p:nvPr/>
        </p:nvSpPr>
        <p:spPr>
          <a:xfrm>
            <a:off x="215023" y="-15658"/>
            <a:ext cx="2050635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72A96FCD-706F-C46B-CC2C-34BEBC5B96A4}"/>
              </a:ext>
            </a:extLst>
          </p:cNvPr>
          <p:cNvSpPr/>
          <p:nvPr/>
        </p:nvSpPr>
        <p:spPr>
          <a:xfrm>
            <a:off x="576036" y="-36279"/>
            <a:ext cx="1976181" cy="6920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432A0E8E-ED39-4C1E-C19F-6C7FC4F05DB4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17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A06E44-11EB-D96F-574A-6AF3C9836130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05ED3501-586A-C89E-7D31-E388BE0938C5}"/>
              </a:ext>
            </a:extLst>
          </p:cNvPr>
          <p:cNvSpPr txBox="1">
            <a:spLocks/>
          </p:cNvSpPr>
          <p:nvPr/>
        </p:nvSpPr>
        <p:spPr>
          <a:xfrm>
            <a:off x="868680" y="481843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600" b="1" kern="0" spc="-15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 interviste</a:t>
            </a:r>
            <a:endParaRPr lang="en-US" sz="46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01EFCA4D-C558-40CA-850E-6853756536AF}"/>
              </a:ext>
            </a:extLst>
          </p:cNvPr>
          <p:cNvSpPr/>
          <p:nvPr/>
        </p:nvSpPr>
        <p:spPr>
          <a:xfrm>
            <a:off x="868680" y="1515115"/>
            <a:ext cx="5349240" cy="4265925"/>
          </a:xfrm>
          <a:prstGeom prst="roundRect">
            <a:avLst>
              <a:gd name="adj" fmla="val 233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928190D-CCA3-025F-6C29-514446FAC214}"/>
              </a:ext>
            </a:extLst>
          </p:cNvPr>
          <p:cNvSpPr txBox="1"/>
          <p:nvPr/>
        </p:nvSpPr>
        <p:spPr>
          <a:xfrm>
            <a:off x="1188720" y="1789435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3200" b="1" kern="0" spc="-200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6F0A107-0BF6-946D-F80E-344053FBEFFA}"/>
              </a:ext>
            </a:extLst>
          </p:cNvPr>
          <p:cNvSpPr txBox="1"/>
          <p:nvPr/>
        </p:nvSpPr>
        <p:spPr>
          <a:xfrm>
            <a:off x="2103120" y="189916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intervista di gruppo</a:t>
            </a:r>
            <a:endParaRPr lang="en-US" sz="18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2683901-F302-6A78-2F44-836ADFA0DCC8}"/>
              </a:ext>
            </a:extLst>
          </p:cNvPr>
          <p:cNvSpPr txBox="1"/>
          <p:nvPr/>
        </p:nvSpPr>
        <p:spPr>
          <a:xfrm>
            <a:off x="1188720" y="250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luogo</a:t>
            </a:r>
            <a:endParaRPr lang="en-US" sz="10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F183077-6002-AE50-A40B-1C89F346315B}"/>
              </a:ext>
            </a:extLst>
          </p:cNvPr>
          <p:cNvSpPr txBox="1"/>
          <p:nvPr/>
        </p:nvSpPr>
        <p:spPr>
          <a:xfrm>
            <a:off x="2606040" y="247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Liceo Virgilio, Milano</a:t>
            </a:r>
            <a:endParaRPr lang="en-US" sz="1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8ECA462-C8AC-F116-5B4A-40B574C6EAE7}"/>
              </a:ext>
            </a:extLst>
          </p:cNvPr>
          <p:cNvSpPr txBox="1"/>
          <p:nvPr/>
        </p:nvSpPr>
        <p:spPr>
          <a:xfrm>
            <a:off x="1188720" y="291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durata</a:t>
            </a:r>
            <a:endParaRPr lang="en-US" sz="10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5C214C8-E299-F26D-0FD9-15A1671C2955}"/>
              </a:ext>
            </a:extLst>
          </p:cNvPr>
          <p:cNvSpPr txBox="1"/>
          <p:nvPr/>
        </p:nvSpPr>
        <p:spPr>
          <a:xfrm>
            <a:off x="2606040" y="2891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circa 30 minuti</a:t>
            </a:r>
            <a:endParaRPr lang="en-US" sz="1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1E0DAB3-3C10-E6AE-D29A-74F569ADEE80}"/>
              </a:ext>
            </a:extLst>
          </p:cNvPr>
          <p:cNvSpPr txBox="1"/>
          <p:nvPr/>
        </p:nvSpPr>
        <p:spPr>
          <a:xfrm>
            <a:off x="1188720" y="333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intervistati</a:t>
            </a:r>
            <a:endParaRPr lang="en-US" sz="10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41A50521-512B-4932-71DA-EA95E2B28B88}"/>
              </a:ext>
            </a:extLst>
          </p:cNvPr>
          <p:cNvSpPr txBox="1"/>
          <p:nvPr/>
        </p:nvSpPr>
        <p:spPr>
          <a:xfrm>
            <a:off x="2606040" y="3302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 studentesse del Liceo Virgilio</a:t>
            </a:r>
            <a:endParaRPr lang="en-US" sz="14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7D0C8142-4473-7A78-1237-013B7FD6E6AD}"/>
              </a:ext>
            </a:extLst>
          </p:cNvPr>
          <p:cNvSpPr txBox="1"/>
          <p:nvPr/>
        </p:nvSpPr>
        <p:spPr>
          <a:xfrm>
            <a:off x="1748766" y="4093239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moderatore</a:t>
            </a:r>
            <a:endParaRPr lang="en-US" sz="105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426A8F23-53DA-74FB-D79E-02B959CA1621}"/>
              </a:ext>
            </a:extLst>
          </p:cNvPr>
          <p:cNvSpPr txBox="1"/>
          <p:nvPr/>
        </p:nvSpPr>
        <p:spPr>
          <a:xfrm>
            <a:off x="3120366" y="4056663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Nicolò Diana</a:t>
            </a:r>
            <a:endParaRPr lang="en-US" sz="14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20AB5BB-C2BC-C332-24AD-AFA4E1D08F57}"/>
              </a:ext>
            </a:extLst>
          </p:cNvPr>
          <p:cNvSpPr txBox="1"/>
          <p:nvPr/>
        </p:nvSpPr>
        <p:spPr>
          <a:xfrm>
            <a:off x="1748766" y="4596159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osservatrice</a:t>
            </a:r>
            <a:endParaRPr lang="en-US" sz="105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BCF0C51B-7E3F-E251-0360-9CEF6C82E65D}"/>
              </a:ext>
            </a:extLst>
          </p:cNvPr>
          <p:cNvSpPr txBox="1"/>
          <p:nvPr/>
        </p:nvSpPr>
        <p:spPr>
          <a:xfrm>
            <a:off x="3120366" y="4559583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Miriam Awad</a:t>
            </a:r>
            <a:endParaRPr lang="en-US" sz="14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2361A263-D5BF-CF83-8C16-A8D81EFC3D8A}"/>
              </a:ext>
            </a:extLst>
          </p:cNvPr>
          <p:cNvSpPr txBox="1"/>
          <p:nvPr/>
        </p:nvSpPr>
        <p:spPr>
          <a:xfrm>
            <a:off x="1748766" y="5099079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registratore</a:t>
            </a:r>
            <a:endParaRPr lang="en-US" sz="105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C5FD574E-B7B2-49DC-D795-66590FD5FD48}"/>
              </a:ext>
            </a:extLst>
          </p:cNvPr>
          <p:cNvSpPr txBox="1"/>
          <p:nvPr/>
        </p:nvSpPr>
        <p:spPr>
          <a:xfrm>
            <a:off x="3120366" y="5062503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Daniele Di Girolamo</a:t>
            </a:r>
            <a:endParaRPr lang="en-US" sz="140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227E3C25-4A39-8A71-4B9C-2D091C4AFF10}"/>
              </a:ext>
            </a:extLst>
          </p:cNvPr>
          <p:cNvSpPr/>
          <p:nvPr/>
        </p:nvSpPr>
        <p:spPr>
          <a:xfrm>
            <a:off x="6492240" y="1515115"/>
            <a:ext cx="5349240" cy="3547388"/>
          </a:xfrm>
          <a:prstGeom prst="roundRect">
            <a:avLst>
              <a:gd name="adj" fmla="val 2330"/>
            </a:avLst>
          </a:prstGeom>
          <a:solidFill>
            <a:srgbClr val="F3F3F3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7F6161E5-765A-68BC-8C73-C6989377A854}"/>
              </a:ext>
            </a:extLst>
          </p:cNvPr>
          <p:cNvSpPr txBox="1"/>
          <p:nvPr/>
        </p:nvSpPr>
        <p:spPr>
          <a:xfrm>
            <a:off x="6812280" y="1789435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3200" b="1" kern="0" spc="-200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200" dirty="0">
              <a:solidFill>
                <a:srgbClr val="E71224"/>
              </a:solidFill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7C7E1A57-DC1F-E202-9576-FDBBFA56C437}"/>
              </a:ext>
            </a:extLst>
          </p:cNvPr>
          <p:cNvSpPr txBox="1"/>
          <p:nvPr/>
        </p:nvSpPr>
        <p:spPr>
          <a:xfrm>
            <a:off x="7726680" y="189916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intervista all'esperto</a:t>
            </a:r>
            <a:endParaRPr lang="en-US" sz="18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E8372E0F-08A3-F56B-DF3F-CB96D5DCDDCD}"/>
              </a:ext>
            </a:extLst>
          </p:cNvPr>
          <p:cNvSpPr txBox="1"/>
          <p:nvPr/>
        </p:nvSpPr>
        <p:spPr>
          <a:xfrm>
            <a:off x="6866103" y="2466091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luogo</a:t>
            </a:r>
            <a:endParaRPr lang="en-US" sz="1050" dirty="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D9797FC1-6186-7340-8F01-21B35B338702}"/>
              </a:ext>
            </a:extLst>
          </p:cNvPr>
          <p:cNvSpPr txBox="1"/>
          <p:nvPr/>
        </p:nvSpPr>
        <p:spPr>
          <a:xfrm>
            <a:off x="8283423" y="2438659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Bar del Liceo Virgilio, Milano</a:t>
            </a:r>
            <a:endParaRPr lang="en-US" sz="1400" dirty="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9D19F052-DEF0-5CE8-CFCB-4BCB4DD7A445}"/>
              </a:ext>
            </a:extLst>
          </p:cNvPr>
          <p:cNvSpPr txBox="1"/>
          <p:nvPr/>
        </p:nvSpPr>
        <p:spPr>
          <a:xfrm>
            <a:off x="6866103" y="2877571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durata</a:t>
            </a:r>
            <a:endParaRPr lang="en-US" sz="1050" dirty="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A062C9FC-AC15-92DB-BCEF-0E689E077935}"/>
              </a:ext>
            </a:extLst>
          </p:cNvPr>
          <p:cNvSpPr txBox="1"/>
          <p:nvPr/>
        </p:nvSpPr>
        <p:spPr>
          <a:xfrm>
            <a:off x="8283423" y="2850139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circa 30 minuti</a:t>
            </a:r>
            <a:endParaRPr lang="en-US" sz="1400" dirty="0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47905D83-E12A-49DF-F3EB-440D151B4D38}"/>
              </a:ext>
            </a:extLst>
          </p:cNvPr>
          <p:cNvSpPr txBox="1"/>
          <p:nvPr/>
        </p:nvSpPr>
        <p:spPr>
          <a:xfrm>
            <a:off x="6866103" y="3289051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intervistato</a:t>
            </a:r>
            <a:endParaRPr lang="en-US" sz="1050" dirty="0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D21DF6D6-F4DF-A84C-D8A1-BEFC0EED02F9}"/>
              </a:ext>
            </a:extLst>
          </p:cNvPr>
          <p:cNvSpPr txBox="1"/>
          <p:nvPr/>
        </p:nvSpPr>
        <p:spPr>
          <a:xfrm>
            <a:off x="8283423" y="3261619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Docente di Matematica e Fisica del liceo</a:t>
            </a:r>
            <a:endParaRPr lang="en-US" sz="1400" dirty="0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5A568594-DA7E-ADC6-86A8-EDDD2DAD73F4}"/>
              </a:ext>
            </a:extLst>
          </p:cNvPr>
          <p:cNvSpPr txBox="1"/>
          <p:nvPr/>
        </p:nvSpPr>
        <p:spPr>
          <a:xfrm>
            <a:off x="6930798" y="391084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team</a:t>
            </a:r>
            <a:endParaRPr lang="en-US" sz="1050" dirty="0"/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A4E6EEE6-5231-1F5C-D5DC-9B62D9A96CD0}"/>
              </a:ext>
            </a:extLst>
          </p:cNvPr>
          <p:cNvSpPr txBox="1"/>
          <p:nvPr/>
        </p:nvSpPr>
        <p:spPr>
          <a:xfrm>
            <a:off x="8302398" y="3874267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Margherita Nerozzi, Miriam Awad</a:t>
            </a:r>
            <a:endParaRPr lang="en-US" sz="1400" dirty="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169C5907-43ED-DBDC-4C4D-91C82F35C7A2}"/>
              </a:ext>
            </a:extLst>
          </p:cNvPr>
          <p:cNvSpPr txBox="1"/>
          <p:nvPr/>
        </p:nvSpPr>
        <p:spPr>
          <a:xfrm>
            <a:off x="6930798" y="441376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ruoli</a:t>
            </a:r>
            <a:endParaRPr lang="en-US" sz="1050" dirty="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FBBEBF9B-A9DC-7659-D980-EFA6C26DB5C9}"/>
              </a:ext>
            </a:extLst>
          </p:cNvPr>
          <p:cNvSpPr txBox="1"/>
          <p:nvPr/>
        </p:nvSpPr>
        <p:spPr>
          <a:xfrm>
            <a:off x="8302398" y="4377187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interscambiati durante l'intervista</a:t>
            </a:r>
            <a:endParaRPr lang="en-US" sz="1400" dirty="0"/>
          </a:p>
        </p:txBody>
      </p:sp>
      <p:pic>
        <p:nvPicPr>
          <p:cNvPr id="57" name="Immagine 56">
            <a:extLst>
              <a:ext uri="{FF2B5EF4-FFF2-40B4-BE49-F238E27FC236}">
                <a16:creationId xmlns:a16="http://schemas.microsoft.com/office/drawing/2014/main" id="{A2B10651-685E-EEFF-AC10-BA124B8CA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82" y="3860672"/>
            <a:ext cx="596289" cy="596289"/>
          </a:xfrm>
          <a:prstGeom prst="rect">
            <a:avLst/>
          </a:prstGeom>
        </p:spPr>
      </p:pic>
      <p:pic>
        <p:nvPicPr>
          <p:cNvPr id="59" name="Immagine 58">
            <a:extLst>
              <a:ext uri="{FF2B5EF4-FFF2-40B4-BE49-F238E27FC236}">
                <a16:creationId xmlns:a16="http://schemas.microsoft.com/office/drawing/2014/main" id="{29C5D706-45D8-4B52-5592-2AE31F167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086" y="4499774"/>
            <a:ext cx="674370" cy="379849"/>
          </a:xfrm>
          <a:prstGeom prst="rect">
            <a:avLst/>
          </a:prstGeom>
        </p:spPr>
      </p:pic>
      <p:pic>
        <p:nvPicPr>
          <p:cNvPr id="61" name="Immagine 60">
            <a:extLst>
              <a:ext uri="{FF2B5EF4-FFF2-40B4-BE49-F238E27FC236}">
                <a16:creationId xmlns:a16="http://schemas.microsoft.com/office/drawing/2014/main" id="{98D4F8EF-5F42-B689-F098-A14A441D83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87" y="4922436"/>
            <a:ext cx="592095" cy="5920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5" name="Input penna 94">
                <a:extLst>
                  <a:ext uri="{FF2B5EF4-FFF2-40B4-BE49-F238E27FC236}">
                    <a16:creationId xmlns:a16="http://schemas.microsoft.com/office/drawing/2014/main" id="{3FEAF251-71DE-3562-6DAF-BC1278C67BDA}"/>
                  </a:ext>
                </a:extLst>
              </p14:cNvPr>
              <p14:cNvContentPartPr/>
              <p14:nvPr/>
            </p14:nvContentPartPr>
            <p14:xfrm>
              <a:off x="9590240" y="6257440"/>
              <a:ext cx="997200" cy="590400"/>
            </p14:xfrm>
          </p:contentPart>
        </mc:Choice>
        <mc:Fallback xmlns="">
          <p:pic>
            <p:nvPicPr>
              <p:cNvPr id="95" name="Input penna 94">
                <a:extLst>
                  <a:ext uri="{FF2B5EF4-FFF2-40B4-BE49-F238E27FC236}">
                    <a16:creationId xmlns:a16="http://schemas.microsoft.com/office/drawing/2014/main" id="{3FEAF251-71DE-3562-6DAF-BC1278C67B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72240" y="6239440"/>
                <a:ext cx="1032840" cy="62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uppo 97">
            <a:extLst>
              <a:ext uri="{FF2B5EF4-FFF2-40B4-BE49-F238E27FC236}">
                <a16:creationId xmlns:a16="http://schemas.microsoft.com/office/drawing/2014/main" id="{BAE33EBA-D9A7-2729-B2D0-05C271AEFB08}"/>
              </a:ext>
            </a:extLst>
          </p:cNvPr>
          <p:cNvGrpSpPr/>
          <p:nvPr/>
        </p:nvGrpSpPr>
        <p:grpSpPr>
          <a:xfrm>
            <a:off x="9052400" y="5852080"/>
            <a:ext cx="958320" cy="344520"/>
            <a:chOff x="9052400" y="5852080"/>
            <a:chExt cx="95832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6" name="Input penna 95">
                  <a:extLst>
                    <a:ext uri="{FF2B5EF4-FFF2-40B4-BE49-F238E27FC236}">
                      <a16:creationId xmlns:a16="http://schemas.microsoft.com/office/drawing/2014/main" id="{C3561B38-F80E-AEBA-F63A-3B5673A7649A}"/>
                    </a:ext>
                  </a:extLst>
                </p14:cNvPr>
                <p14:cNvContentPartPr/>
                <p14:nvPr/>
              </p14:nvContentPartPr>
              <p14:xfrm>
                <a:off x="9052400" y="6055120"/>
                <a:ext cx="326880" cy="141480"/>
              </p14:xfrm>
            </p:contentPart>
          </mc:Choice>
          <mc:Fallback xmlns="">
            <p:pic>
              <p:nvPicPr>
                <p:cNvPr id="96" name="Input penna 95">
                  <a:extLst>
                    <a:ext uri="{FF2B5EF4-FFF2-40B4-BE49-F238E27FC236}">
                      <a16:creationId xmlns:a16="http://schemas.microsoft.com/office/drawing/2014/main" id="{C3561B38-F80E-AEBA-F63A-3B5673A764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34400" y="6037480"/>
                  <a:ext cx="362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7" name="Input penna 96">
                  <a:extLst>
                    <a:ext uri="{FF2B5EF4-FFF2-40B4-BE49-F238E27FC236}">
                      <a16:creationId xmlns:a16="http://schemas.microsoft.com/office/drawing/2014/main" id="{D8AC5001-0604-C538-70A0-81449860A665}"/>
                    </a:ext>
                  </a:extLst>
                </p14:cNvPr>
                <p14:cNvContentPartPr/>
                <p14:nvPr/>
              </p14:nvContentPartPr>
              <p14:xfrm>
                <a:off x="9865280" y="5852080"/>
                <a:ext cx="145440" cy="275400"/>
              </p14:xfrm>
            </p:contentPart>
          </mc:Choice>
          <mc:Fallback xmlns="">
            <p:pic>
              <p:nvPicPr>
                <p:cNvPr id="97" name="Input penna 96">
                  <a:extLst>
                    <a:ext uri="{FF2B5EF4-FFF2-40B4-BE49-F238E27FC236}">
                      <a16:creationId xmlns:a16="http://schemas.microsoft.com/office/drawing/2014/main" id="{D8AC5001-0604-C538-70A0-81449860A6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47280" y="5834080"/>
                  <a:ext cx="181080" cy="31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" name="Input penna 104">
                <a:extLst>
                  <a:ext uri="{FF2B5EF4-FFF2-40B4-BE49-F238E27FC236}">
                    <a16:creationId xmlns:a16="http://schemas.microsoft.com/office/drawing/2014/main" id="{E94D5FB9-BF37-C8E3-6208-9F8A459473A3}"/>
                  </a:ext>
                </a:extLst>
              </p14:cNvPr>
              <p14:cNvContentPartPr/>
              <p14:nvPr/>
            </p14:nvContentPartPr>
            <p14:xfrm>
              <a:off x="10383320" y="5889160"/>
              <a:ext cx="240120" cy="308520"/>
            </p14:xfrm>
          </p:contentPart>
        </mc:Choice>
        <mc:Fallback xmlns="">
          <p:pic>
            <p:nvPicPr>
              <p:cNvPr id="105" name="Input penna 104">
                <a:extLst>
                  <a:ext uri="{FF2B5EF4-FFF2-40B4-BE49-F238E27FC236}">
                    <a16:creationId xmlns:a16="http://schemas.microsoft.com/office/drawing/2014/main" id="{E94D5FB9-BF37-C8E3-6208-9F8A459473A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365680" y="5871160"/>
                <a:ext cx="275760" cy="3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9619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1EB4-1F69-6152-5E3D-3857D456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magine 65">
            <a:extLst>
              <a:ext uri="{FF2B5EF4-FFF2-40B4-BE49-F238E27FC236}">
                <a16:creationId xmlns:a16="http://schemas.microsoft.com/office/drawing/2014/main" id="{9C701072-6B18-C3C6-EDA2-F2570CE3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6558" y="3093801"/>
            <a:ext cx="5261618" cy="6858000"/>
          </a:xfrm>
          <a:prstGeom prst="rect">
            <a:avLst/>
          </a:prstGeom>
        </p:spPr>
      </p:pic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40E6A17E-F356-FB15-86AF-710EC3FD2273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18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04453E-4CE1-8AB9-6C27-31788A2BF0D4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94344C3B-03F9-6C99-18A5-CAFE52943F39}"/>
              </a:ext>
            </a:extLst>
          </p:cNvPr>
          <p:cNvSpPr txBox="1">
            <a:spLocks/>
          </p:cNvSpPr>
          <p:nvPr/>
        </p:nvSpPr>
        <p:spPr>
          <a:xfrm>
            <a:off x="868680" y="372163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kern="0" spc="-15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argomenti</a:t>
            </a:r>
            <a:endParaRPr lang="en-US" sz="4000" dirty="0"/>
          </a:p>
          <a:p>
            <a:pPr algn="l"/>
            <a:r>
              <a:rPr lang="en-US" sz="4000" b="1" kern="0" spc="-15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delle </a:t>
            </a:r>
            <a:r>
              <a:rPr lang="en-US" sz="4000" b="1" kern="0" spc="-15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domande</a:t>
            </a:r>
            <a:endParaRPr lang="en-US" sz="4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60A4C5C-99F4-8E98-2743-0D87C7D695AA}"/>
              </a:ext>
            </a:extLst>
          </p:cNvPr>
          <p:cNvSpPr txBox="1"/>
          <p:nvPr/>
        </p:nvSpPr>
        <p:spPr>
          <a:xfrm>
            <a:off x="868680" y="1735478"/>
            <a:ext cx="386339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Dal generale al personale: prima le abitudini, poi gli esercizi, infine le esperienze vissute e l'idea di progetto</a:t>
            </a: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.</a:t>
            </a:r>
            <a:endParaRPr lang="en-US" sz="1500" dirty="0"/>
          </a:p>
        </p:txBody>
      </p:sp>
      <p:sp>
        <p:nvSpPr>
          <p:cNvPr id="111" name="Text 4">
            <a:extLst>
              <a:ext uri="{FF2B5EF4-FFF2-40B4-BE49-F238E27FC236}">
                <a16:creationId xmlns:a16="http://schemas.microsoft.com/office/drawing/2014/main" id="{0BA41186-3322-848F-7C02-36C873917D5B}"/>
              </a:ext>
            </a:extLst>
          </p:cNvPr>
          <p:cNvSpPr txBox="1"/>
          <p:nvPr/>
        </p:nvSpPr>
        <p:spPr>
          <a:xfrm>
            <a:off x="5791200" y="109270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abitudini online</a:t>
            </a:r>
            <a:endParaRPr lang="en-US" sz="1300" dirty="0"/>
          </a:p>
        </p:txBody>
      </p:sp>
      <p:sp>
        <p:nvSpPr>
          <p:cNvPr id="113" name="Text 5">
            <a:extLst>
              <a:ext uri="{FF2B5EF4-FFF2-40B4-BE49-F238E27FC236}">
                <a16:creationId xmlns:a16="http://schemas.microsoft.com/office/drawing/2014/main" id="{23D79422-020D-6718-709A-43AD730F9A09}"/>
              </a:ext>
            </a:extLst>
          </p:cNvPr>
          <p:cNvSpPr txBox="1"/>
          <p:nvPr/>
        </p:nvSpPr>
        <p:spPr>
          <a:xfrm>
            <a:off x="5791200" y="1421892"/>
            <a:ext cx="2548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con chi scrivono, profili pubblici o privati e perché</a:t>
            </a:r>
            <a:endParaRPr lang="en-US" sz="1200" dirty="0"/>
          </a:p>
        </p:txBody>
      </p:sp>
      <p:sp>
        <p:nvSpPr>
          <p:cNvPr id="119" name="Text 8">
            <a:extLst>
              <a:ext uri="{FF2B5EF4-FFF2-40B4-BE49-F238E27FC236}">
                <a16:creationId xmlns:a16="http://schemas.microsoft.com/office/drawing/2014/main" id="{A86EE0B9-E807-9FA2-2E80-4FB5739126CA}"/>
              </a:ext>
            </a:extLst>
          </p:cNvPr>
          <p:cNvSpPr txBox="1"/>
          <p:nvPr/>
        </p:nvSpPr>
        <p:spPr>
          <a:xfrm>
            <a:off x="5791200" y="218998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contatti con sconosciuti</a:t>
            </a:r>
            <a:endParaRPr lang="en-US" sz="1300" dirty="0"/>
          </a:p>
        </p:txBody>
      </p:sp>
      <p:sp>
        <p:nvSpPr>
          <p:cNvPr id="121" name="Text 9">
            <a:extLst>
              <a:ext uri="{FF2B5EF4-FFF2-40B4-BE49-F238E27FC236}">
                <a16:creationId xmlns:a16="http://schemas.microsoft.com/office/drawing/2014/main" id="{F7EEA5C4-D312-CED2-062B-F2FB758BC690}"/>
              </a:ext>
            </a:extLst>
          </p:cNvPr>
          <p:cNvSpPr txBox="1"/>
          <p:nvPr/>
        </p:nvSpPr>
        <p:spPr>
          <a:xfrm>
            <a:off x="5791200" y="2519172"/>
            <a:ext cx="2548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«pensate all'ultima volta che qualcuno che non conoscevate vi ha scritto…»</a:t>
            </a:r>
            <a:endParaRPr lang="en-US" sz="1200" dirty="0"/>
          </a:p>
        </p:txBody>
      </p:sp>
      <p:sp>
        <p:nvSpPr>
          <p:cNvPr id="127" name="Text 12">
            <a:extLst>
              <a:ext uri="{FF2B5EF4-FFF2-40B4-BE49-F238E27FC236}">
                <a16:creationId xmlns:a16="http://schemas.microsoft.com/office/drawing/2014/main" id="{B6E8BED0-1572-5BC9-CA00-07A99046C27D}"/>
              </a:ext>
            </a:extLst>
          </p:cNvPr>
          <p:cNvSpPr txBox="1"/>
          <p:nvPr/>
        </p:nvSpPr>
        <p:spPr>
          <a:xfrm>
            <a:off x="5791200" y="328726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segnali di fiducia</a:t>
            </a:r>
            <a:endParaRPr lang="en-US" sz="1300" dirty="0"/>
          </a:p>
        </p:txBody>
      </p:sp>
      <p:sp>
        <p:nvSpPr>
          <p:cNvPr id="129" name="Text 13">
            <a:extLst>
              <a:ext uri="{FF2B5EF4-FFF2-40B4-BE49-F238E27FC236}">
                <a16:creationId xmlns:a16="http://schemas.microsoft.com/office/drawing/2014/main" id="{BC48D2BD-D013-991D-5638-7DC4886FF01C}"/>
              </a:ext>
            </a:extLst>
          </p:cNvPr>
          <p:cNvSpPr txBox="1"/>
          <p:nvPr/>
        </p:nvSpPr>
        <p:spPr>
          <a:xfrm>
            <a:off x="5791200" y="3616452"/>
            <a:ext cx="2548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cosa guardano per capire se un profilo è affidabile (due profili a confronto)</a:t>
            </a:r>
            <a:endParaRPr lang="en-US" sz="1200" dirty="0"/>
          </a:p>
        </p:txBody>
      </p:sp>
      <p:sp>
        <p:nvSpPr>
          <p:cNvPr id="135" name="Text 16">
            <a:extLst>
              <a:ext uri="{FF2B5EF4-FFF2-40B4-BE49-F238E27FC236}">
                <a16:creationId xmlns:a16="http://schemas.microsoft.com/office/drawing/2014/main" id="{D22BB708-2A24-F910-0836-8AE1170EF7B6}"/>
              </a:ext>
            </a:extLst>
          </p:cNvPr>
          <p:cNvSpPr txBox="1"/>
          <p:nvPr/>
        </p:nvSpPr>
        <p:spPr>
          <a:xfrm>
            <a:off x="5791200" y="438454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foto generate con l'IA</a:t>
            </a:r>
            <a:endParaRPr lang="en-US" sz="1300" dirty="0"/>
          </a:p>
        </p:txBody>
      </p:sp>
      <p:sp>
        <p:nvSpPr>
          <p:cNvPr id="137" name="Text 17">
            <a:extLst>
              <a:ext uri="{FF2B5EF4-FFF2-40B4-BE49-F238E27FC236}">
                <a16:creationId xmlns:a16="http://schemas.microsoft.com/office/drawing/2014/main" id="{1191EBF3-6941-6799-9D35-FFD1DB0BEEDF}"/>
              </a:ext>
            </a:extLst>
          </p:cNvPr>
          <p:cNvSpPr txBox="1"/>
          <p:nvPr/>
        </p:nvSpPr>
        <p:spPr>
          <a:xfrm>
            <a:off x="5791200" y="4713732"/>
            <a:ext cx="2548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quale foto profilo è falsa, e da cosa lo capiscono</a:t>
            </a:r>
            <a:endParaRPr lang="en-US" sz="1200" dirty="0"/>
          </a:p>
        </p:txBody>
      </p:sp>
      <p:sp>
        <p:nvSpPr>
          <p:cNvPr id="143" name="Text 20">
            <a:extLst>
              <a:ext uri="{FF2B5EF4-FFF2-40B4-BE49-F238E27FC236}">
                <a16:creationId xmlns:a16="http://schemas.microsoft.com/office/drawing/2014/main" id="{9E948754-A6D4-3BB2-80CC-81A3DA36321D}"/>
              </a:ext>
            </a:extLst>
          </p:cNvPr>
          <p:cNvSpPr txBox="1"/>
          <p:nvPr/>
        </p:nvSpPr>
        <p:spPr>
          <a:xfrm>
            <a:off x="5791200" y="548182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deepfake tra coetanei</a:t>
            </a:r>
            <a:endParaRPr lang="en-US" sz="1300" dirty="0"/>
          </a:p>
        </p:txBody>
      </p:sp>
      <p:sp>
        <p:nvSpPr>
          <p:cNvPr id="149" name="Text 24">
            <a:extLst>
              <a:ext uri="{FF2B5EF4-FFF2-40B4-BE49-F238E27FC236}">
                <a16:creationId xmlns:a16="http://schemas.microsoft.com/office/drawing/2014/main" id="{1E2DD82D-DC48-8F0C-4E02-534795FFF529}"/>
              </a:ext>
            </a:extLst>
          </p:cNvPr>
          <p:cNvSpPr txBox="1"/>
          <p:nvPr/>
        </p:nvSpPr>
        <p:spPr>
          <a:xfrm>
            <a:off x="9311640" y="109270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riconoscere l'adescamento</a:t>
            </a:r>
            <a:endParaRPr lang="en-US" sz="1300" dirty="0"/>
          </a:p>
        </p:txBody>
      </p:sp>
      <p:sp>
        <p:nvSpPr>
          <p:cNvPr id="151" name="Text 25">
            <a:extLst>
              <a:ext uri="{FF2B5EF4-FFF2-40B4-BE49-F238E27FC236}">
                <a16:creationId xmlns:a16="http://schemas.microsoft.com/office/drawing/2014/main" id="{7227D246-CCA7-1AB1-4B38-F8AE4DDB23DE}"/>
              </a:ext>
            </a:extLst>
          </p:cNvPr>
          <p:cNvSpPr txBox="1"/>
          <p:nvPr/>
        </p:nvSpPr>
        <p:spPr>
          <a:xfrm>
            <a:off x="9311640" y="1421892"/>
            <a:ext cx="2548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«da quale messaggio capite che c'è qualcosa che non va?»</a:t>
            </a:r>
            <a:endParaRPr lang="en-US" sz="1200" dirty="0"/>
          </a:p>
        </p:txBody>
      </p:sp>
      <p:sp>
        <p:nvSpPr>
          <p:cNvPr id="157" name="Text 28">
            <a:extLst>
              <a:ext uri="{FF2B5EF4-FFF2-40B4-BE49-F238E27FC236}">
                <a16:creationId xmlns:a16="http://schemas.microsoft.com/office/drawing/2014/main" id="{A4077A4A-520F-A004-1B8B-0D0987475FD7}"/>
              </a:ext>
            </a:extLst>
          </p:cNvPr>
          <p:cNvSpPr txBox="1"/>
          <p:nvPr/>
        </p:nvSpPr>
        <p:spPr>
          <a:xfrm>
            <a:off x="9311640" y="218998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richieste di foto</a:t>
            </a:r>
            <a:endParaRPr lang="en-US" sz="1300" dirty="0"/>
          </a:p>
        </p:txBody>
      </p:sp>
      <p:sp>
        <p:nvSpPr>
          <p:cNvPr id="159" name="Text 29">
            <a:extLst>
              <a:ext uri="{FF2B5EF4-FFF2-40B4-BE49-F238E27FC236}">
                <a16:creationId xmlns:a16="http://schemas.microsoft.com/office/drawing/2014/main" id="{27B1AC37-EC3A-7812-C8AE-7E10C89AF9BF}"/>
              </a:ext>
            </a:extLst>
          </p:cNvPr>
          <p:cNvSpPr txBox="1"/>
          <p:nvPr/>
        </p:nvSpPr>
        <p:spPr>
          <a:xfrm>
            <a:off x="9311640" y="2519172"/>
            <a:ext cx="2548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dove sta il limite tra una foto normale e una richiesta sospetta</a:t>
            </a:r>
            <a:endParaRPr lang="en-US" sz="1200" dirty="0"/>
          </a:p>
        </p:txBody>
      </p:sp>
      <p:sp>
        <p:nvSpPr>
          <p:cNvPr id="165" name="Text 32">
            <a:extLst>
              <a:ext uri="{FF2B5EF4-FFF2-40B4-BE49-F238E27FC236}">
                <a16:creationId xmlns:a16="http://schemas.microsoft.com/office/drawing/2014/main" id="{5ED62597-B5D2-43D6-88BA-E188883EC292}"/>
              </a:ext>
            </a:extLst>
          </p:cNvPr>
          <p:cNvSpPr txBox="1"/>
          <p:nvPr/>
        </p:nvSpPr>
        <p:spPr>
          <a:xfrm>
            <a:off x="9311640" y="328726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chiedere aiuto</a:t>
            </a:r>
            <a:endParaRPr lang="en-US" sz="1300" dirty="0"/>
          </a:p>
        </p:txBody>
      </p:sp>
      <p:sp>
        <p:nvSpPr>
          <p:cNvPr id="167" name="Text 33">
            <a:extLst>
              <a:ext uri="{FF2B5EF4-FFF2-40B4-BE49-F238E27FC236}">
                <a16:creationId xmlns:a16="http://schemas.microsoft.com/office/drawing/2014/main" id="{45644D06-F9C1-E8A6-BB6E-28F271CF156B}"/>
              </a:ext>
            </a:extLst>
          </p:cNvPr>
          <p:cNvSpPr txBox="1"/>
          <p:nvPr/>
        </p:nvSpPr>
        <p:spPr>
          <a:xfrm>
            <a:off x="9311640" y="3616452"/>
            <a:ext cx="2548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amici, genitori, prof, forze dell'ordine o IA?</a:t>
            </a:r>
            <a:endParaRPr lang="en-US" sz="1200" dirty="0"/>
          </a:p>
        </p:txBody>
      </p:sp>
      <p:sp>
        <p:nvSpPr>
          <p:cNvPr id="173" name="Text 36">
            <a:extLst>
              <a:ext uri="{FF2B5EF4-FFF2-40B4-BE49-F238E27FC236}">
                <a16:creationId xmlns:a16="http://schemas.microsoft.com/office/drawing/2014/main" id="{AE9D0114-4FB9-3859-8DD5-172678D9E39C}"/>
              </a:ext>
            </a:extLst>
          </p:cNvPr>
          <p:cNvSpPr txBox="1"/>
          <p:nvPr/>
        </p:nvSpPr>
        <p:spPr>
          <a:xfrm>
            <a:off x="9311640" y="438454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scuola e prevenzione</a:t>
            </a:r>
            <a:endParaRPr lang="en-US" sz="1300" dirty="0"/>
          </a:p>
        </p:txBody>
      </p:sp>
      <p:sp>
        <p:nvSpPr>
          <p:cNvPr id="175" name="Text 37">
            <a:extLst>
              <a:ext uri="{FF2B5EF4-FFF2-40B4-BE49-F238E27FC236}">
                <a16:creationId xmlns:a16="http://schemas.microsoft.com/office/drawing/2014/main" id="{828CCC9C-7771-4B78-147A-0A3B9553F3F7}"/>
              </a:ext>
            </a:extLst>
          </p:cNvPr>
          <p:cNvSpPr txBox="1"/>
          <p:nvPr/>
        </p:nvSpPr>
        <p:spPr>
          <a:xfrm>
            <a:off x="9311640" y="4713732"/>
            <a:ext cx="2548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attività, procedure e ruolo dei docenti (esperto)</a:t>
            </a:r>
            <a:endParaRPr lang="en-US" sz="1200" dirty="0"/>
          </a:p>
        </p:txBody>
      </p:sp>
      <p:sp>
        <p:nvSpPr>
          <p:cNvPr id="181" name="Text 40">
            <a:extLst>
              <a:ext uri="{FF2B5EF4-FFF2-40B4-BE49-F238E27FC236}">
                <a16:creationId xmlns:a16="http://schemas.microsoft.com/office/drawing/2014/main" id="{58FAB92E-D86D-7E35-70DB-202D2BD74AD1}"/>
              </a:ext>
            </a:extLst>
          </p:cNvPr>
          <p:cNvSpPr txBox="1"/>
          <p:nvPr/>
        </p:nvSpPr>
        <p:spPr>
          <a:xfrm>
            <a:off x="9311640" y="5481828"/>
            <a:ext cx="254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il nostro progetto</a:t>
            </a:r>
            <a:endParaRPr lang="en-US" sz="13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A01B0D3C-E91D-0797-5318-80B2DCF67736}"/>
              </a:ext>
            </a:extLst>
          </p:cNvPr>
          <p:cNvSpPr/>
          <p:nvPr/>
        </p:nvSpPr>
        <p:spPr>
          <a:xfrm>
            <a:off x="5166360" y="955548"/>
            <a:ext cx="457200" cy="457200"/>
          </a:xfrm>
          <a:prstGeom prst="ellipse">
            <a:avLst/>
          </a:prstGeom>
          <a:solidFill>
            <a:srgbClr val="1700E8"/>
          </a:solidFill>
          <a:ln w="12700">
            <a:solidFill>
              <a:srgbClr val="2C5ED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B70E2D30-105C-36EF-3ECE-F21C1827367A}"/>
              </a:ext>
            </a:extLst>
          </p:cNvPr>
          <p:cNvSpPr txBox="1"/>
          <p:nvPr/>
        </p:nvSpPr>
        <p:spPr>
          <a:xfrm>
            <a:off x="5169443" y="9661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highlight>
                  <a:srgbClr val="1700E8"/>
                </a:highlight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>
              <a:highlight>
                <a:srgbClr val="1700E8"/>
              </a:highlight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7781F347-F692-E068-A59A-F64B4FC3556F}"/>
              </a:ext>
            </a:extLst>
          </p:cNvPr>
          <p:cNvSpPr/>
          <p:nvPr/>
        </p:nvSpPr>
        <p:spPr>
          <a:xfrm>
            <a:off x="5166360" y="2052828"/>
            <a:ext cx="457200" cy="457200"/>
          </a:xfrm>
          <a:prstGeom prst="ellipse">
            <a:avLst/>
          </a:prstGeom>
          <a:solidFill>
            <a:srgbClr val="E71224"/>
          </a:solidFill>
          <a:ln w="12700">
            <a:solidFill>
              <a:srgbClr val="FF453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6DCFA4A3-6FC3-1715-968A-57D658153247}"/>
              </a:ext>
            </a:extLst>
          </p:cNvPr>
          <p:cNvSpPr txBox="1"/>
          <p:nvPr/>
        </p:nvSpPr>
        <p:spPr>
          <a:xfrm>
            <a:off x="5166360" y="20528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268C06FD-FF93-7BDE-E0E1-D2F005AFFFBD}"/>
              </a:ext>
            </a:extLst>
          </p:cNvPr>
          <p:cNvSpPr/>
          <p:nvPr/>
        </p:nvSpPr>
        <p:spPr>
          <a:xfrm>
            <a:off x="5166360" y="3150108"/>
            <a:ext cx="457200" cy="457200"/>
          </a:xfrm>
          <a:prstGeom prst="ellipse">
            <a:avLst/>
          </a:prstGeom>
          <a:solidFill>
            <a:srgbClr val="FFA023"/>
          </a:solidFill>
          <a:ln w="12700">
            <a:solidFill>
              <a:srgbClr val="FFA0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612BBE5D-F7FD-54CC-7092-FA451B5B0401}"/>
              </a:ext>
            </a:extLst>
          </p:cNvPr>
          <p:cNvSpPr txBox="1"/>
          <p:nvPr/>
        </p:nvSpPr>
        <p:spPr>
          <a:xfrm>
            <a:off x="5166360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41317DF4-86C8-2AB6-12CE-BBDD84B94600}"/>
              </a:ext>
            </a:extLst>
          </p:cNvPr>
          <p:cNvSpPr/>
          <p:nvPr/>
        </p:nvSpPr>
        <p:spPr>
          <a:xfrm>
            <a:off x="5166360" y="4247388"/>
            <a:ext cx="457200" cy="457200"/>
          </a:xfrm>
          <a:prstGeom prst="ellipse">
            <a:avLst/>
          </a:prstGeom>
          <a:solidFill>
            <a:srgbClr val="D1BE2D"/>
          </a:solidFill>
          <a:ln w="12700">
            <a:solidFill>
              <a:srgbClr val="D1BE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A6D53B42-7894-58D3-FD48-4B82C03BD605}"/>
              </a:ext>
            </a:extLst>
          </p:cNvPr>
          <p:cNvSpPr txBox="1"/>
          <p:nvPr/>
        </p:nvSpPr>
        <p:spPr>
          <a:xfrm>
            <a:off x="5166360" y="4247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AC6538A3-DABA-D0F3-64E0-275619381A4E}"/>
              </a:ext>
            </a:extLst>
          </p:cNvPr>
          <p:cNvSpPr/>
          <p:nvPr/>
        </p:nvSpPr>
        <p:spPr>
          <a:xfrm>
            <a:off x="5166360" y="5344668"/>
            <a:ext cx="457200" cy="457200"/>
          </a:xfrm>
          <a:prstGeom prst="ellipse">
            <a:avLst/>
          </a:prstGeom>
          <a:solidFill>
            <a:srgbClr val="82BC2B"/>
          </a:solidFill>
          <a:ln w="12700">
            <a:solidFill>
              <a:srgbClr val="82BC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A47034A1-316F-87A3-4E30-F20D1B5468D4}"/>
              </a:ext>
            </a:extLst>
          </p:cNvPr>
          <p:cNvSpPr txBox="1"/>
          <p:nvPr/>
        </p:nvSpPr>
        <p:spPr>
          <a:xfrm>
            <a:off x="5166360" y="5344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6AECEA42-2961-79A5-B498-C3C007E4C4BA}"/>
              </a:ext>
            </a:extLst>
          </p:cNvPr>
          <p:cNvSpPr/>
          <p:nvPr/>
        </p:nvSpPr>
        <p:spPr>
          <a:xfrm>
            <a:off x="8705123" y="955548"/>
            <a:ext cx="457200" cy="457200"/>
          </a:xfrm>
          <a:prstGeom prst="ellipse">
            <a:avLst/>
          </a:prstGeom>
          <a:solidFill>
            <a:srgbClr val="1700E8"/>
          </a:solidFill>
          <a:ln w="12700">
            <a:solidFill>
              <a:srgbClr val="2C5ED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3C64D833-B281-EBE0-F5CC-97EE8AED4488}"/>
              </a:ext>
            </a:extLst>
          </p:cNvPr>
          <p:cNvSpPr txBox="1"/>
          <p:nvPr/>
        </p:nvSpPr>
        <p:spPr>
          <a:xfrm>
            <a:off x="8705123" y="9661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300" dirty="0"/>
          </a:p>
        </p:txBody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1F43B881-E6ED-F672-4FA7-73F418BD8584}"/>
              </a:ext>
            </a:extLst>
          </p:cNvPr>
          <p:cNvSpPr/>
          <p:nvPr/>
        </p:nvSpPr>
        <p:spPr>
          <a:xfrm>
            <a:off x="8705123" y="2052828"/>
            <a:ext cx="457200" cy="457200"/>
          </a:xfrm>
          <a:prstGeom prst="ellipse">
            <a:avLst/>
          </a:prstGeom>
          <a:solidFill>
            <a:srgbClr val="E71224"/>
          </a:solidFill>
          <a:ln w="12700">
            <a:solidFill>
              <a:srgbClr val="FF453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E73091A6-617F-471D-D81C-4B5723C8D125}"/>
              </a:ext>
            </a:extLst>
          </p:cNvPr>
          <p:cNvSpPr txBox="1"/>
          <p:nvPr/>
        </p:nvSpPr>
        <p:spPr>
          <a:xfrm>
            <a:off x="8705123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300" dirty="0"/>
          </a:p>
        </p:txBody>
      </p:sp>
      <p:sp>
        <p:nvSpPr>
          <p:cNvPr id="54" name="Shape 30">
            <a:extLst>
              <a:ext uri="{FF2B5EF4-FFF2-40B4-BE49-F238E27FC236}">
                <a16:creationId xmlns:a16="http://schemas.microsoft.com/office/drawing/2014/main" id="{92DCAD8C-8DDC-82B9-9A20-B7FC01ED294F}"/>
              </a:ext>
            </a:extLst>
          </p:cNvPr>
          <p:cNvSpPr/>
          <p:nvPr/>
        </p:nvSpPr>
        <p:spPr>
          <a:xfrm>
            <a:off x="8705123" y="3150108"/>
            <a:ext cx="457200" cy="457200"/>
          </a:xfrm>
          <a:prstGeom prst="ellipse">
            <a:avLst/>
          </a:prstGeom>
          <a:solidFill>
            <a:srgbClr val="FFA023"/>
          </a:solidFill>
          <a:ln w="12700">
            <a:solidFill>
              <a:srgbClr val="FFA0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64E0FFB4-B786-8796-2050-E0EDF4A1C922}"/>
              </a:ext>
            </a:extLst>
          </p:cNvPr>
          <p:cNvSpPr txBox="1"/>
          <p:nvPr/>
        </p:nvSpPr>
        <p:spPr>
          <a:xfrm>
            <a:off x="8705123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1300" dirty="0"/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A9885669-78C7-B7A4-35D8-B867EFC79FEC}"/>
              </a:ext>
            </a:extLst>
          </p:cNvPr>
          <p:cNvSpPr/>
          <p:nvPr/>
        </p:nvSpPr>
        <p:spPr>
          <a:xfrm>
            <a:off x="8705123" y="4247388"/>
            <a:ext cx="457200" cy="457200"/>
          </a:xfrm>
          <a:prstGeom prst="ellipse">
            <a:avLst/>
          </a:prstGeom>
          <a:solidFill>
            <a:srgbClr val="D1BE2D"/>
          </a:solidFill>
          <a:ln w="12700">
            <a:solidFill>
              <a:srgbClr val="D1BE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162EE570-2379-B761-AF93-09105FD6BDAB}"/>
              </a:ext>
            </a:extLst>
          </p:cNvPr>
          <p:cNvSpPr txBox="1"/>
          <p:nvPr/>
        </p:nvSpPr>
        <p:spPr>
          <a:xfrm>
            <a:off x="8705123" y="4247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</a:t>
            </a:r>
            <a:endParaRPr lang="en-US" sz="1300" dirty="0"/>
          </a:p>
        </p:txBody>
      </p:sp>
      <p:sp>
        <p:nvSpPr>
          <p:cNvPr id="62" name="Shape 38">
            <a:extLst>
              <a:ext uri="{FF2B5EF4-FFF2-40B4-BE49-F238E27FC236}">
                <a16:creationId xmlns:a16="http://schemas.microsoft.com/office/drawing/2014/main" id="{6030F8E6-A66F-39D0-71A4-FC232F95B340}"/>
              </a:ext>
            </a:extLst>
          </p:cNvPr>
          <p:cNvSpPr/>
          <p:nvPr/>
        </p:nvSpPr>
        <p:spPr>
          <a:xfrm>
            <a:off x="8705123" y="5344668"/>
            <a:ext cx="457200" cy="457200"/>
          </a:xfrm>
          <a:prstGeom prst="ellipse">
            <a:avLst/>
          </a:prstGeom>
          <a:solidFill>
            <a:srgbClr val="82BC2B"/>
          </a:solidFill>
          <a:ln w="12700">
            <a:solidFill>
              <a:srgbClr val="82BC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39">
            <a:extLst>
              <a:ext uri="{FF2B5EF4-FFF2-40B4-BE49-F238E27FC236}">
                <a16:creationId xmlns:a16="http://schemas.microsoft.com/office/drawing/2014/main" id="{290F6B10-1BA8-BEA6-4C36-2E06D9911A0A}"/>
              </a:ext>
            </a:extLst>
          </p:cNvPr>
          <p:cNvSpPr txBox="1"/>
          <p:nvPr/>
        </p:nvSpPr>
        <p:spPr>
          <a:xfrm>
            <a:off x="8705123" y="5344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1300" dirty="0"/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BC83EAE5-F1C4-9F6E-0560-3073101D6AA5}"/>
              </a:ext>
            </a:extLst>
          </p:cNvPr>
          <p:cNvSpPr/>
          <p:nvPr/>
        </p:nvSpPr>
        <p:spPr>
          <a:xfrm>
            <a:off x="256003" y="18595"/>
            <a:ext cx="405215" cy="685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0848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0356-6FF6-EC48-F0EF-BCF212387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39">
            <a:extLst>
              <a:ext uri="{FF2B5EF4-FFF2-40B4-BE49-F238E27FC236}">
                <a16:creationId xmlns:a16="http://schemas.microsoft.com/office/drawing/2014/main" id="{3FB59CFD-13F9-D180-20C3-489824E8E84D}"/>
              </a:ext>
            </a:extLst>
          </p:cNvPr>
          <p:cNvSpPr/>
          <p:nvPr/>
        </p:nvSpPr>
        <p:spPr>
          <a:xfrm>
            <a:off x="5068710" y="4626864"/>
            <a:ext cx="2176272" cy="1664208"/>
          </a:xfrm>
          <a:prstGeom prst="roundRect">
            <a:avLst>
              <a:gd name="adj" fmla="val 54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2" name="Shape 45">
            <a:extLst>
              <a:ext uri="{FF2B5EF4-FFF2-40B4-BE49-F238E27FC236}">
                <a16:creationId xmlns:a16="http://schemas.microsoft.com/office/drawing/2014/main" id="{A0781E05-F81D-9681-6B7F-A6441B038A97}"/>
              </a:ext>
            </a:extLst>
          </p:cNvPr>
          <p:cNvSpPr/>
          <p:nvPr/>
        </p:nvSpPr>
        <p:spPr>
          <a:xfrm>
            <a:off x="7400430" y="4626864"/>
            <a:ext cx="2176272" cy="1664208"/>
          </a:xfrm>
          <a:prstGeom prst="roundRect">
            <a:avLst>
              <a:gd name="adj" fmla="val 54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4" name="Shape 51">
            <a:extLst>
              <a:ext uri="{FF2B5EF4-FFF2-40B4-BE49-F238E27FC236}">
                <a16:creationId xmlns:a16="http://schemas.microsoft.com/office/drawing/2014/main" id="{C9EA51D8-C0C2-FF26-EC5A-09DD9A97D90D}"/>
              </a:ext>
            </a:extLst>
          </p:cNvPr>
          <p:cNvSpPr/>
          <p:nvPr/>
        </p:nvSpPr>
        <p:spPr>
          <a:xfrm>
            <a:off x="9732150" y="4626864"/>
            <a:ext cx="2176272" cy="1664208"/>
          </a:xfrm>
          <a:prstGeom prst="roundRect">
            <a:avLst>
              <a:gd name="adj" fmla="val 54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8" name="Rettangolo 107">
            <a:extLst>
              <a:ext uri="{FF2B5EF4-FFF2-40B4-BE49-F238E27FC236}">
                <a16:creationId xmlns:a16="http://schemas.microsoft.com/office/drawing/2014/main" id="{4F905F57-304C-AD57-FFE4-F46184625FA9}"/>
              </a:ext>
            </a:extLst>
          </p:cNvPr>
          <p:cNvSpPr/>
          <p:nvPr/>
        </p:nvSpPr>
        <p:spPr>
          <a:xfrm>
            <a:off x="215023" y="-15658"/>
            <a:ext cx="2050635" cy="689974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CE5AC153-C9D3-8F7E-FF23-ECD6E1D49177}"/>
              </a:ext>
            </a:extLst>
          </p:cNvPr>
          <p:cNvSpPr/>
          <p:nvPr/>
        </p:nvSpPr>
        <p:spPr>
          <a:xfrm>
            <a:off x="576036" y="-36279"/>
            <a:ext cx="1976181" cy="6920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678F6217-61A2-12A8-9EDE-56902409536B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19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4CBADB-72F4-5D15-F33D-79A98A854875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4ADCB3D-C651-D7BE-DED9-891ED01C47F0}"/>
              </a:ext>
            </a:extLst>
          </p:cNvPr>
          <p:cNvSpPr txBox="1"/>
          <p:nvPr/>
        </p:nvSpPr>
        <p:spPr>
          <a:xfrm>
            <a:off x="930656" y="221259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Nove temi emersi incrociando le tre fonti di dati.</a:t>
            </a:r>
            <a:endParaRPr lang="en-US" sz="14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71F4E660-0C09-509D-16B8-073E1CCD0162}"/>
              </a:ext>
            </a:extLst>
          </p:cNvPr>
          <p:cNvSpPr txBox="1"/>
          <p:nvPr/>
        </p:nvSpPr>
        <p:spPr>
          <a:xfrm>
            <a:off x="90819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fonti</a:t>
            </a:r>
            <a:endParaRPr lang="en-US" sz="11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6705EACD-623F-77E3-E8B8-F9370268E2CE}"/>
              </a:ext>
            </a:extLst>
          </p:cNvPr>
          <p:cNvSpPr txBox="1"/>
          <p:nvPr/>
        </p:nvSpPr>
        <p:spPr>
          <a:xfrm>
            <a:off x="150255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questionario</a:t>
            </a:r>
            <a:endParaRPr lang="en-US" sz="14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B7354C6-C2A6-3C84-483C-0D914453EB81}"/>
              </a:ext>
            </a:extLst>
          </p:cNvPr>
          <p:cNvSpPr txBox="1"/>
          <p:nvPr/>
        </p:nvSpPr>
        <p:spPr>
          <a:xfrm>
            <a:off x="1502550" y="4453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studentesse</a:t>
            </a:r>
            <a:endParaRPr lang="en-US" sz="14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673E617C-1D1B-C046-DB58-1F3B9C067CCE}"/>
              </a:ext>
            </a:extLst>
          </p:cNvPr>
          <p:cNvSpPr txBox="1"/>
          <p:nvPr/>
        </p:nvSpPr>
        <p:spPr>
          <a:xfrm>
            <a:off x="1502550" y="5047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docente</a:t>
            </a:r>
            <a:endParaRPr lang="en-US" sz="14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DABA19BB-0635-E52D-0AE9-6A7DE3AE4AEB}"/>
              </a:ext>
            </a:extLst>
          </p:cNvPr>
          <p:cNvSpPr/>
          <p:nvPr/>
        </p:nvSpPr>
        <p:spPr>
          <a:xfrm>
            <a:off x="5068710" y="932688"/>
            <a:ext cx="2176272" cy="1664208"/>
          </a:xfrm>
          <a:prstGeom prst="roundRect">
            <a:avLst>
              <a:gd name="adj" fmla="val 54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EF6EF8FE-3E66-0E20-6D99-D5EA225333B6}"/>
              </a:ext>
            </a:extLst>
          </p:cNvPr>
          <p:cNvSpPr txBox="1"/>
          <p:nvPr/>
        </p:nvSpPr>
        <p:spPr>
          <a:xfrm>
            <a:off x="5233302" y="1069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13CE3B63-81D5-1070-7B16-0A59F236C35E}"/>
              </a:ext>
            </a:extLst>
          </p:cNvPr>
          <p:cNvSpPr/>
          <p:nvPr/>
        </p:nvSpPr>
        <p:spPr>
          <a:xfrm>
            <a:off x="6943230" y="1133856"/>
            <a:ext cx="182880" cy="182880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313BB1A8-2DDB-A47B-3953-06959AB9CBF4}"/>
              </a:ext>
            </a:extLst>
          </p:cNvPr>
          <p:cNvSpPr/>
          <p:nvPr/>
        </p:nvSpPr>
        <p:spPr>
          <a:xfrm>
            <a:off x="6696342" y="1133856"/>
            <a:ext cx="182880" cy="182880"/>
          </a:xfrm>
          <a:prstGeom prst="ellipse">
            <a:avLst/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18516D4D-21C2-8B92-6B77-6A5C375766DE}"/>
              </a:ext>
            </a:extLst>
          </p:cNvPr>
          <p:cNvSpPr txBox="1"/>
          <p:nvPr/>
        </p:nvSpPr>
        <p:spPr>
          <a:xfrm>
            <a:off x="5233302" y="15910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abitudini online e contatti con sconosciuti</a:t>
            </a:r>
            <a:endParaRPr lang="en-US" sz="125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6AF1F6FC-3E96-EE7F-1B97-47283A89DCFC}"/>
              </a:ext>
            </a:extLst>
          </p:cNvPr>
          <p:cNvSpPr/>
          <p:nvPr/>
        </p:nvSpPr>
        <p:spPr>
          <a:xfrm>
            <a:off x="7400430" y="932688"/>
            <a:ext cx="2176272" cy="1664208"/>
          </a:xfrm>
          <a:prstGeom prst="roundRect">
            <a:avLst>
              <a:gd name="adj" fmla="val 54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F72BCD94-BB3B-5280-2FB0-40F625008702}"/>
              </a:ext>
            </a:extLst>
          </p:cNvPr>
          <p:cNvSpPr txBox="1"/>
          <p:nvPr/>
        </p:nvSpPr>
        <p:spPr>
          <a:xfrm>
            <a:off x="7565022" y="1069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200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20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7624DBFD-F99A-63D9-3E1B-297DE1237643}"/>
              </a:ext>
            </a:extLst>
          </p:cNvPr>
          <p:cNvSpPr/>
          <p:nvPr/>
        </p:nvSpPr>
        <p:spPr>
          <a:xfrm>
            <a:off x="9274950" y="1133856"/>
            <a:ext cx="182880" cy="182880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7A8292F2-5E0A-B262-0403-897AB17833D6}"/>
              </a:ext>
            </a:extLst>
          </p:cNvPr>
          <p:cNvSpPr/>
          <p:nvPr/>
        </p:nvSpPr>
        <p:spPr>
          <a:xfrm>
            <a:off x="9028062" y="1133856"/>
            <a:ext cx="182880" cy="182880"/>
          </a:xfrm>
          <a:prstGeom prst="ellipse">
            <a:avLst/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80F9924E-D455-7001-41E7-657EB4B2E24B}"/>
              </a:ext>
            </a:extLst>
          </p:cNvPr>
          <p:cNvSpPr txBox="1"/>
          <p:nvPr/>
        </p:nvSpPr>
        <p:spPr>
          <a:xfrm>
            <a:off x="7565022" y="15910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come valutano se un profilo è affidabile</a:t>
            </a:r>
            <a:endParaRPr lang="en-US" sz="125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5930E560-2EB7-E9F4-A77C-1B33487D3C0F}"/>
              </a:ext>
            </a:extLst>
          </p:cNvPr>
          <p:cNvSpPr/>
          <p:nvPr/>
        </p:nvSpPr>
        <p:spPr>
          <a:xfrm>
            <a:off x="9732150" y="932688"/>
            <a:ext cx="2176272" cy="1664208"/>
          </a:xfrm>
          <a:prstGeom prst="roundRect">
            <a:avLst>
              <a:gd name="adj" fmla="val 54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8672074C-34E1-2256-0333-5C038EC0ED02}"/>
              </a:ext>
            </a:extLst>
          </p:cNvPr>
          <p:cNvSpPr txBox="1"/>
          <p:nvPr/>
        </p:nvSpPr>
        <p:spPr>
          <a:xfrm>
            <a:off x="9896742" y="1069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200" dirty="0">
                <a:solidFill>
                  <a:srgbClr val="FFA02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200" dirty="0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018796AE-91E1-85DC-853E-F5D73DFD4424}"/>
              </a:ext>
            </a:extLst>
          </p:cNvPr>
          <p:cNvSpPr/>
          <p:nvPr/>
        </p:nvSpPr>
        <p:spPr>
          <a:xfrm>
            <a:off x="11606670" y="1133856"/>
            <a:ext cx="182880" cy="182880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FDEC178A-D05F-DB87-C8C5-FB088A02F433}"/>
              </a:ext>
            </a:extLst>
          </p:cNvPr>
          <p:cNvSpPr/>
          <p:nvPr/>
        </p:nvSpPr>
        <p:spPr>
          <a:xfrm>
            <a:off x="11359782" y="1133856"/>
            <a:ext cx="182880" cy="182880"/>
          </a:xfrm>
          <a:prstGeom prst="ellipse">
            <a:avLst/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06F2ED19-7E90-B19A-3C82-7BB1086620AA}"/>
              </a:ext>
            </a:extLst>
          </p:cNvPr>
          <p:cNvSpPr txBox="1"/>
          <p:nvPr/>
        </p:nvSpPr>
        <p:spPr>
          <a:xfrm>
            <a:off x="9896742" y="15910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fiducia nelle proprie capacità vs comportamenti reali</a:t>
            </a:r>
            <a:endParaRPr lang="en-US" sz="1250" dirty="0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C14F4DA4-29D9-3679-774F-C80C331F634A}"/>
              </a:ext>
            </a:extLst>
          </p:cNvPr>
          <p:cNvSpPr/>
          <p:nvPr/>
        </p:nvSpPr>
        <p:spPr>
          <a:xfrm>
            <a:off x="5068710" y="2761488"/>
            <a:ext cx="2176272" cy="1664208"/>
          </a:xfrm>
          <a:prstGeom prst="roundRect">
            <a:avLst>
              <a:gd name="adj" fmla="val 54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F79062B0-FD7C-21D3-87E7-C2F80DCC1031}"/>
              </a:ext>
            </a:extLst>
          </p:cNvPr>
          <p:cNvSpPr txBox="1"/>
          <p:nvPr/>
        </p:nvSpPr>
        <p:spPr>
          <a:xfrm>
            <a:off x="5233302" y="28986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200" dirty="0">
                <a:solidFill>
                  <a:srgbClr val="D1BE2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200" dirty="0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1101E02C-993C-DC3B-D7DE-5973F37CB0B8}"/>
              </a:ext>
            </a:extLst>
          </p:cNvPr>
          <p:cNvSpPr/>
          <p:nvPr/>
        </p:nvSpPr>
        <p:spPr>
          <a:xfrm>
            <a:off x="6943230" y="2962656"/>
            <a:ext cx="182880" cy="182880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9731C033-7014-FBE9-E629-E2B5C6D24BF9}"/>
              </a:ext>
            </a:extLst>
          </p:cNvPr>
          <p:cNvSpPr/>
          <p:nvPr/>
        </p:nvSpPr>
        <p:spPr>
          <a:xfrm>
            <a:off x="6696342" y="2962656"/>
            <a:ext cx="182880" cy="182880"/>
          </a:xfrm>
          <a:prstGeom prst="ellipse">
            <a:avLst/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DE5CBCB0-410F-3CB2-50AE-7158F3BA7F90}"/>
              </a:ext>
            </a:extLst>
          </p:cNvPr>
          <p:cNvSpPr txBox="1"/>
          <p:nvPr/>
        </p:nvSpPr>
        <p:spPr>
          <a:xfrm>
            <a:off x="5233302" y="34198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deepfake e contenuti falsi tra coetanei</a:t>
            </a:r>
            <a:endParaRPr lang="en-US" sz="125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0F47B6D3-B8FA-9071-EFFA-F18EC89C9B6D}"/>
              </a:ext>
            </a:extLst>
          </p:cNvPr>
          <p:cNvSpPr/>
          <p:nvPr/>
        </p:nvSpPr>
        <p:spPr>
          <a:xfrm>
            <a:off x="7400430" y="2761488"/>
            <a:ext cx="2176272" cy="1664208"/>
          </a:xfrm>
          <a:prstGeom prst="roundRect">
            <a:avLst>
              <a:gd name="adj" fmla="val 54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0DB241E3-7211-3532-767A-C1D103CFCE07}"/>
              </a:ext>
            </a:extLst>
          </p:cNvPr>
          <p:cNvSpPr txBox="1"/>
          <p:nvPr/>
        </p:nvSpPr>
        <p:spPr>
          <a:xfrm>
            <a:off x="7565022" y="28986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200" dirty="0">
                <a:solidFill>
                  <a:srgbClr val="82BC2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2200" dirty="0"/>
          </a:p>
        </p:txBody>
      </p:sp>
      <p:sp>
        <p:nvSpPr>
          <p:cNvPr id="72" name="Shape 31">
            <a:extLst>
              <a:ext uri="{FF2B5EF4-FFF2-40B4-BE49-F238E27FC236}">
                <a16:creationId xmlns:a16="http://schemas.microsoft.com/office/drawing/2014/main" id="{90C4B30A-0458-9D13-6FAD-310A297BF6CD}"/>
              </a:ext>
            </a:extLst>
          </p:cNvPr>
          <p:cNvSpPr/>
          <p:nvPr/>
        </p:nvSpPr>
        <p:spPr>
          <a:xfrm>
            <a:off x="9274950" y="2962656"/>
            <a:ext cx="182880" cy="182880"/>
          </a:xfrm>
          <a:prstGeom prst="ellipse">
            <a:avLst/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DF6A6C5A-BE4A-B95F-1C57-85DE3262BDDE}"/>
              </a:ext>
            </a:extLst>
          </p:cNvPr>
          <p:cNvSpPr txBox="1"/>
          <p:nvPr/>
        </p:nvSpPr>
        <p:spPr>
          <a:xfrm>
            <a:off x="7565022" y="34198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riconoscere l'adescamento e le richieste di foto</a:t>
            </a:r>
            <a:endParaRPr lang="en-US" sz="1250" dirty="0"/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563365BB-00AE-EBBC-0F44-E3C460D1A816}"/>
              </a:ext>
            </a:extLst>
          </p:cNvPr>
          <p:cNvSpPr/>
          <p:nvPr/>
        </p:nvSpPr>
        <p:spPr>
          <a:xfrm>
            <a:off x="9732150" y="2761488"/>
            <a:ext cx="2176272" cy="1664208"/>
          </a:xfrm>
          <a:prstGeom prst="roundRect">
            <a:avLst>
              <a:gd name="adj" fmla="val 54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6D625853-2E76-920E-DB95-A8EC4CD8E6C7}"/>
              </a:ext>
            </a:extLst>
          </p:cNvPr>
          <p:cNvSpPr txBox="1"/>
          <p:nvPr/>
        </p:nvSpPr>
        <p:spPr>
          <a:xfrm>
            <a:off x="9896742" y="28986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80" name="Shape 35">
            <a:extLst>
              <a:ext uri="{FF2B5EF4-FFF2-40B4-BE49-F238E27FC236}">
                <a16:creationId xmlns:a16="http://schemas.microsoft.com/office/drawing/2014/main" id="{877123B2-39F1-6A80-E412-90650F075757}"/>
              </a:ext>
            </a:extLst>
          </p:cNvPr>
          <p:cNvSpPr/>
          <p:nvPr/>
        </p:nvSpPr>
        <p:spPr>
          <a:xfrm>
            <a:off x="11606670" y="2962656"/>
            <a:ext cx="182880" cy="182880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Shape 36">
            <a:extLst>
              <a:ext uri="{FF2B5EF4-FFF2-40B4-BE49-F238E27FC236}">
                <a16:creationId xmlns:a16="http://schemas.microsoft.com/office/drawing/2014/main" id="{247B3749-8856-0DB6-955C-CE2F83973CA9}"/>
              </a:ext>
            </a:extLst>
          </p:cNvPr>
          <p:cNvSpPr/>
          <p:nvPr/>
        </p:nvSpPr>
        <p:spPr>
          <a:xfrm>
            <a:off x="11359782" y="2962656"/>
            <a:ext cx="182880" cy="182880"/>
          </a:xfrm>
          <a:prstGeom prst="ellipse">
            <a:avLst/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Shape 37">
            <a:extLst>
              <a:ext uri="{FF2B5EF4-FFF2-40B4-BE49-F238E27FC236}">
                <a16:creationId xmlns:a16="http://schemas.microsoft.com/office/drawing/2014/main" id="{5C363BA1-4925-E7C8-F8DE-B623062B207F}"/>
              </a:ext>
            </a:extLst>
          </p:cNvPr>
          <p:cNvSpPr/>
          <p:nvPr/>
        </p:nvSpPr>
        <p:spPr>
          <a:xfrm>
            <a:off x="11112894" y="2962656"/>
            <a:ext cx="182880" cy="182880"/>
          </a:xfrm>
          <a:prstGeom prst="ellipse">
            <a:avLst/>
          </a:prstGeom>
          <a:solidFill>
            <a:srgbClr val="82BC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38">
            <a:extLst>
              <a:ext uri="{FF2B5EF4-FFF2-40B4-BE49-F238E27FC236}">
                <a16:creationId xmlns:a16="http://schemas.microsoft.com/office/drawing/2014/main" id="{9AA5571A-430C-193E-3B3A-4438FBF51E4F}"/>
              </a:ext>
            </a:extLst>
          </p:cNvPr>
          <p:cNvSpPr txBox="1"/>
          <p:nvPr/>
        </p:nvSpPr>
        <p:spPr>
          <a:xfrm>
            <a:off x="9896742" y="34198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chiedere aiuto: a chi, e perché no</a:t>
            </a:r>
            <a:endParaRPr lang="en-US" sz="1250" dirty="0"/>
          </a:p>
        </p:txBody>
      </p:sp>
      <p:sp>
        <p:nvSpPr>
          <p:cNvPr id="88" name="Text 40">
            <a:extLst>
              <a:ext uri="{FF2B5EF4-FFF2-40B4-BE49-F238E27FC236}">
                <a16:creationId xmlns:a16="http://schemas.microsoft.com/office/drawing/2014/main" id="{D142CF49-5A85-80B6-5C54-AA1315BBC73D}"/>
              </a:ext>
            </a:extLst>
          </p:cNvPr>
          <p:cNvSpPr txBox="1"/>
          <p:nvPr/>
        </p:nvSpPr>
        <p:spPr>
          <a:xfrm>
            <a:off x="5233302" y="47274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200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2200" dirty="0"/>
          </a:p>
        </p:txBody>
      </p:sp>
      <p:sp>
        <p:nvSpPr>
          <p:cNvPr id="90" name="Shape 41">
            <a:extLst>
              <a:ext uri="{FF2B5EF4-FFF2-40B4-BE49-F238E27FC236}">
                <a16:creationId xmlns:a16="http://schemas.microsoft.com/office/drawing/2014/main" id="{9A6EBDE0-36DB-4072-E4AF-842AE6770ABF}"/>
              </a:ext>
            </a:extLst>
          </p:cNvPr>
          <p:cNvSpPr/>
          <p:nvPr/>
        </p:nvSpPr>
        <p:spPr>
          <a:xfrm>
            <a:off x="6943230" y="4791456"/>
            <a:ext cx="182880" cy="182880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2" name="Shape 42">
            <a:extLst>
              <a:ext uri="{FF2B5EF4-FFF2-40B4-BE49-F238E27FC236}">
                <a16:creationId xmlns:a16="http://schemas.microsoft.com/office/drawing/2014/main" id="{E70107DD-AEB5-56FA-5C10-01CB638B6BA4}"/>
              </a:ext>
            </a:extLst>
          </p:cNvPr>
          <p:cNvSpPr/>
          <p:nvPr/>
        </p:nvSpPr>
        <p:spPr>
          <a:xfrm>
            <a:off x="6696342" y="4791456"/>
            <a:ext cx="182880" cy="182880"/>
          </a:xfrm>
          <a:prstGeom prst="ellipse">
            <a:avLst/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4" name="Shape 43">
            <a:extLst>
              <a:ext uri="{FF2B5EF4-FFF2-40B4-BE49-F238E27FC236}">
                <a16:creationId xmlns:a16="http://schemas.microsoft.com/office/drawing/2014/main" id="{CDAA6A6A-7001-92AA-02FF-7684AF723462}"/>
              </a:ext>
            </a:extLst>
          </p:cNvPr>
          <p:cNvSpPr/>
          <p:nvPr/>
        </p:nvSpPr>
        <p:spPr>
          <a:xfrm>
            <a:off x="6449454" y="4791456"/>
            <a:ext cx="182880" cy="182880"/>
          </a:xfrm>
          <a:prstGeom prst="ellipse">
            <a:avLst/>
          </a:prstGeom>
          <a:solidFill>
            <a:srgbClr val="82BC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6" name="Text 44">
            <a:extLst>
              <a:ext uri="{FF2B5EF4-FFF2-40B4-BE49-F238E27FC236}">
                <a16:creationId xmlns:a16="http://schemas.microsoft.com/office/drawing/2014/main" id="{F66E042B-7DB4-4F07-5076-CEFA112113B2}"/>
              </a:ext>
            </a:extLst>
          </p:cNvPr>
          <p:cNvSpPr txBox="1"/>
          <p:nvPr/>
        </p:nvSpPr>
        <p:spPr>
          <a:xfrm>
            <a:off x="5233302" y="52486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prevenzione e ruolo della scuola</a:t>
            </a:r>
            <a:endParaRPr lang="en-US" sz="1250" dirty="0"/>
          </a:p>
        </p:txBody>
      </p:sp>
      <p:sp>
        <p:nvSpPr>
          <p:cNvPr id="98" name="Text 46">
            <a:extLst>
              <a:ext uri="{FF2B5EF4-FFF2-40B4-BE49-F238E27FC236}">
                <a16:creationId xmlns:a16="http://schemas.microsoft.com/office/drawing/2014/main" id="{AB8BBE4E-EC35-E4A9-AA44-10541A84C6AD}"/>
              </a:ext>
            </a:extLst>
          </p:cNvPr>
          <p:cNvSpPr txBox="1"/>
          <p:nvPr/>
        </p:nvSpPr>
        <p:spPr>
          <a:xfrm>
            <a:off x="7565022" y="47274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200" dirty="0">
                <a:solidFill>
                  <a:srgbClr val="FFA02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</a:t>
            </a:r>
            <a:endParaRPr lang="en-US" sz="2200" dirty="0"/>
          </a:p>
        </p:txBody>
      </p:sp>
      <p:sp>
        <p:nvSpPr>
          <p:cNvPr id="100" name="Shape 47">
            <a:extLst>
              <a:ext uri="{FF2B5EF4-FFF2-40B4-BE49-F238E27FC236}">
                <a16:creationId xmlns:a16="http://schemas.microsoft.com/office/drawing/2014/main" id="{5F8AEBCE-5ACC-C6F6-04F0-87E8FEADB279}"/>
              </a:ext>
            </a:extLst>
          </p:cNvPr>
          <p:cNvSpPr/>
          <p:nvPr/>
        </p:nvSpPr>
        <p:spPr>
          <a:xfrm>
            <a:off x="9274950" y="4791456"/>
            <a:ext cx="182880" cy="182880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2" name="Shape 48">
            <a:extLst>
              <a:ext uri="{FF2B5EF4-FFF2-40B4-BE49-F238E27FC236}">
                <a16:creationId xmlns:a16="http://schemas.microsoft.com/office/drawing/2014/main" id="{6739ECA8-1F6E-D224-5DD7-A79FC85EEEC9}"/>
              </a:ext>
            </a:extLst>
          </p:cNvPr>
          <p:cNvSpPr/>
          <p:nvPr/>
        </p:nvSpPr>
        <p:spPr>
          <a:xfrm>
            <a:off x="9028062" y="4791456"/>
            <a:ext cx="182880" cy="182880"/>
          </a:xfrm>
          <a:prstGeom prst="ellipse">
            <a:avLst/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4" name="Shape 49">
            <a:extLst>
              <a:ext uri="{FF2B5EF4-FFF2-40B4-BE49-F238E27FC236}">
                <a16:creationId xmlns:a16="http://schemas.microsoft.com/office/drawing/2014/main" id="{3B9926F5-7D2F-DD02-AF72-95F6C3BCB39D}"/>
              </a:ext>
            </a:extLst>
          </p:cNvPr>
          <p:cNvSpPr/>
          <p:nvPr/>
        </p:nvSpPr>
        <p:spPr>
          <a:xfrm>
            <a:off x="8781174" y="4791456"/>
            <a:ext cx="182880" cy="182880"/>
          </a:xfrm>
          <a:prstGeom prst="ellipse">
            <a:avLst/>
          </a:prstGeom>
          <a:solidFill>
            <a:srgbClr val="82BC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6" name="Text 50">
            <a:extLst>
              <a:ext uri="{FF2B5EF4-FFF2-40B4-BE49-F238E27FC236}">
                <a16:creationId xmlns:a16="http://schemas.microsoft.com/office/drawing/2014/main" id="{230CFCF2-9050-D590-1172-3FD6F9C68651}"/>
              </a:ext>
            </a:extLst>
          </p:cNvPr>
          <p:cNvSpPr txBox="1"/>
          <p:nvPr/>
        </p:nvSpPr>
        <p:spPr>
          <a:xfrm>
            <a:off x="7565022" y="52486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l'idea del forum anonimo</a:t>
            </a:r>
            <a:endParaRPr lang="en-US" sz="1250" dirty="0"/>
          </a:p>
        </p:txBody>
      </p:sp>
      <p:sp>
        <p:nvSpPr>
          <p:cNvPr id="111" name="Text 52">
            <a:extLst>
              <a:ext uri="{FF2B5EF4-FFF2-40B4-BE49-F238E27FC236}">
                <a16:creationId xmlns:a16="http://schemas.microsoft.com/office/drawing/2014/main" id="{125C79E5-D8A5-FF2D-51E7-5BB23D8F860F}"/>
              </a:ext>
            </a:extLst>
          </p:cNvPr>
          <p:cNvSpPr txBox="1"/>
          <p:nvPr/>
        </p:nvSpPr>
        <p:spPr>
          <a:xfrm>
            <a:off x="9896742" y="47274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200" b="1" kern="0" spc="-200" dirty="0">
                <a:solidFill>
                  <a:srgbClr val="D1BE2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2200" dirty="0"/>
          </a:p>
        </p:txBody>
      </p:sp>
      <p:sp>
        <p:nvSpPr>
          <p:cNvPr id="113" name="Shape 53">
            <a:extLst>
              <a:ext uri="{FF2B5EF4-FFF2-40B4-BE49-F238E27FC236}">
                <a16:creationId xmlns:a16="http://schemas.microsoft.com/office/drawing/2014/main" id="{DEEB10A4-82F8-2074-AEAD-DE59EB544C85}"/>
              </a:ext>
            </a:extLst>
          </p:cNvPr>
          <p:cNvSpPr/>
          <p:nvPr/>
        </p:nvSpPr>
        <p:spPr>
          <a:xfrm>
            <a:off x="11606670" y="4791456"/>
            <a:ext cx="182880" cy="182880"/>
          </a:xfrm>
          <a:prstGeom prst="ellipse">
            <a:avLst/>
          </a:prstGeom>
          <a:solidFill>
            <a:srgbClr val="82BC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5" name="Text 54">
            <a:extLst>
              <a:ext uri="{FF2B5EF4-FFF2-40B4-BE49-F238E27FC236}">
                <a16:creationId xmlns:a16="http://schemas.microsoft.com/office/drawing/2014/main" id="{3273A93F-1B5A-605D-B1A8-CD78B0206386}"/>
              </a:ext>
            </a:extLst>
          </p:cNvPr>
          <p:cNvSpPr txBox="1"/>
          <p:nvPr/>
        </p:nvSpPr>
        <p:spPr>
          <a:xfrm>
            <a:off x="9896742" y="52486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come comunicare con i ragazzi</a:t>
            </a:r>
            <a:endParaRPr lang="en-US" sz="1250" dirty="0"/>
          </a:p>
        </p:txBody>
      </p:sp>
      <p:sp>
        <p:nvSpPr>
          <p:cNvPr id="118" name="Text 3">
            <a:extLst>
              <a:ext uri="{FF2B5EF4-FFF2-40B4-BE49-F238E27FC236}">
                <a16:creationId xmlns:a16="http://schemas.microsoft.com/office/drawing/2014/main" id="{50FA1852-BFF4-328D-4707-D1239F0D1D02}"/>
              </a:ext>
            </a:extLst>
          </p:cNvPr>
          <p:cNvSpPr txBox="1">
            <a:spLocks/>
          </p:cNvSpPr>
          <p:nvPr/>
        </p:nvSpPr>
        <p:spPr>
          <a:xfrm>
            <a:off x="908190" y="890524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kern="0" spc="-15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analisi</a:t>
            </a:r>
            <a:endParaRPr lang="en-US" sz="4000"/>
          </a:p>
          <a:p>
            <a:pPr algn="l"/>
            <a:r>
              <a:rPr lang="en-US" sz="4000" b="1" kern="0" spc="-15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tematica</a:t>
            </a:r>
            <a:endParaRPr lang="en-US" sz="4000" dirty="0"/>
          </a:p>
        </p:txBody>
      </p:sp>
      <p:sp>
        <p:nvSpPr>
          <p:cNvPr id="127" name="Shape 11">
            <a:extLst>
              <a:ext uri="{FF2B5EF4-FFF2-40B4-BE49-F238E27FC236}">
                <a16:creationId xmlns:a16="http://schemas.microsoft.com/office/drawing/2014/main" id="{5F042465-9D08-A985-A49D-FAE19A917537}"/>
              </a:ext>
            </a:extLst>
          </p:cNvPr>
          <p:cNvSpPr/>
          <p:nvPr/>
        </p:nvSpPr>
        <p:spPr>
          <a:xfrm>
            <a:off x="849600" y="3751176"/>
            <a:ext cx="497502" cy="481884"/>
          </a:xfrm>
          <a:prstGeom prst="ellipse">
            <a:avLst/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8" name="Shape 11">
            <a:extLst>
              <a:ext uri="{FF2B5EF4-FFF2-40B4-BE49-F238E27FC236}">
                <a16:creationId xmlns:a16="http://schemas.microsoft.com/office/drawing/2014/main" id="{8885A1DC-E831-E665-6AB3-6ABD5EBB1D2B}"/>
              </a:ext>
            </a:extLst>
          </p:cNvPr>
          <p:cNvSpPr/>
          <p:nvPr/>
        </p:nvSpPr>
        <p:spPr>
          <a:xfrm>
            <a:off x="862470" y="4349346"/>
            <a:ext cx="497502" cy="481884"/>
          </a:xfrm>
          <a:prstGeom prst="ellipse">
            <a:avLst/>
          </a:prstGeom>
          <a:solidFill>
            <a:srgbClr val="E71224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9" name="Shape 11">
            <a:extLst>
              <a:ext uri="{FF2B5EF4-FFF2-40B4-BE49-F238E27FC236}">
                <a16:creationId xmlns:a16="http://schemas.microsoft.com/office/drawing/2014/main" id="{49E5BB9D-399F-A302-C7B9-2AD42D0F68AD}"/>
              </a:ext>
            </a:extLst>
          </p:cNvPr>
          <p:cNvSpPr/>
          <p:nvPr/>
        </p:nvSpPr>
        <p:spPr>
          <a:xfrm>
            <a:off x="875340" y="4947516"/>
            <a:ext cx="497502" cy="481884"/>
          </a:xfrm>
          <a:prstGeom prst="ellipse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4575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730C2-2998-2ECA-5A5C-B4E00863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magine 68">
            <a:extLst>
              <a:ext uri="{FF2B5EF4-FFF2-40B4-BE49-F238E27FC236}">
                <a16:creationId xmlns:a16="http://schemas.microsoft.com/office/drawing/2014/main" id="{406EFA86-2F67-2A98-C62F-F0699FF63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6284">
            <a:off x="6320362" y="2600874"/>
            <a:ext cx="890619" cy="890619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B0D255B1-D22B-01FB-47B5-E5726242EF98}"/>
              </a:ext>
            </a:extLst>
          </p:cNvPr>
          <p:cNvSpPr/>
          <p:nvPr/>
        </p:nvSpPr>
        <p:spPr>
          <a:xfrm>
            <a:off x="1" y="-15658"/>
            <a:ext cx="576036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4F0082A5-E6B1-8E12-4B9E-FC8F42DB5F6A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20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2426CF-6A4D-AD16-967B-5B30D7568ED0}"/>
              </a:ext>
            </a:extLst>
          </p:cNvPr>
          <p:cNvSpPr txBox="1"/>
          <p:nvPr/>
        </p:nvSpPr>
        <p:spPr>
          <a:xfrm>
            <a:off x="835121" y="5810756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9863144-0DBC-C280-E6D2-6560C830F9B4}"/>
              </a:ext>
            </a:extLst>
          </p:cNvPr>
          <p:cNvSpPr txBox="1"/>
          <p:nvPr/>
        </p:nvSpPr>
        <p:spPr>
          <a:xfrm>
            <a:off x="1072865" y="717605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2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200" dirty="0">
              <a:solidFill>
                <a:schemeClr val="tx2"/>
              </a:solidFill>
            </a:endParaRPr>
          </a:p>
        </p:txBody>
      </p:sp>
      <p:pic>
        <p:nvPicPr>
          <p:cNvPr id="3" name="Image 0" descr="/home/claude/work/build/assets/d40.png">
            <a:extLst>
              <a:ext uri="{FF2B5EF4-FFF2-40B4-BE49-F238E27FC236}">
                <a16:creationId xmlns:a16="http://schemas.microsoft.com/office/drawing/2014/main" id="{CF320ABE-261F-D9FA-764D-FB4DCDFE40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7652" y="507832"/>
            <a:ext cx="1783080" cy="109728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391A6C8E-8F4D-5D54-730E-602663EA4830}"/>
              </a:ext>
            </a:extLst>
          </p:cNvPr>
          <p:cNvSpPr txBox="1"/>
          <p:nvPr/>
        </p:nvSpPr>
        <p:spPr>
          <a:xfrm>
            <a:off x="835121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800" b="1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abitudini online e contatti con sconosciuti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CD963D0-7C47-9D93-20C2-881BD9467164}"/>
              </a:ext>
            </a:extLst>
          </p:cNvPr>
          <p:cNvSpPr txBox="1"/>
          <p:nvPr/>
        </p:nvSpPr>
        <p:spPr>
          <a:xfrm>
            <a:off x="835121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 è emerso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3ADF809-2F3C-A9B3-F36E-DD1488AA33AF}"/>
              </a:ext>
            </a:extLst>
          </p:cNvPr>
          <p:cNvSpPr txBox="1"/>
          <p:nvPr/>
        </p:nvSpPr>
        <p:spPr>
          <a:xfrm>
            <a:off x="835121" y="3474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Scrivono soprattutto su WhatsApp, Instagram e TikTok; quasi 2 su 3 hanno il profilo privato, spesso per scelta propria. I messaggi da sconosciuti sono frequenti, ma le studentesse dicono di scrivere quasi solo con chi conoscono.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D7B2179-9D3E-2D12-E63F-9A0BC8206001}"/>
              </a:ext>
            </a:extLst>
          </p:cNvPr>
          <p:cNvSpPr txBox="1"/>
          <p:nvPr/>
        </p:nvSpPr>
        <p:spPr>
          <a:xfrm>
            <a:off x="876352" y="518084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solidità dell'evidenza</a:t>
            </a:r>
            <a:endParaRPr lang="en-US" sz="9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5B44152-D566-6377-8E9A-AC563BEF8EF6}"/>
              </a:ext>
            </a:extLst>
          </p:cNvPr>
          <p:cNvSpPr/>
          <p:nvPr/>
        </p:nvSpPr>
        <p:spPr>
          <a:xfrm>
            <a:off x="876352" y="547345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3D0B2C05-5E04-B880-617D-1EE138EDB7B9}"/>
              </a:ext>
            </a:extLst>
          </p:cNvPr>
          <p:cNvSpPr/>
          <p:nvPr/>
        </p:nvSpPr>
        <p:spPr>
          <a:xfrm>
            <a:off x="1260400" y="547345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E67E3B5-8801-FD8F-2635-929816953AAF}"/>
              </a:ext>
            </a:extLst>
          </p:cNvPr>
          <p:cNvSpPr/>
          <p:nvPr/>
        </p:nvSpPr>
        <p:spPr>
          <a:xfrm>
            <a:off x="1644448" y="547345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57529E49-0A43-309E-AF89-09BEAE005A57}"/>
              </a:ext>
            </a:extLst>
          </p:cNvPr>
          <p:cNvSpPr/>
          <p:nvPr/>
        </p:nvSpPr>
        <p:spPr>
          <a:xfrm>
            <a:off x="2028496" y="547345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2E85058B-2543-19F8-18EB-29030293429F}"/>
              </a:ext>
            </a:extLst>
          </p:cNvPr>
          <p:cNvSpPr txBox="1"/>
          <p:nvPr/>
        </p:nvSpPr>
        <p:spPr>
          <a:xfrm>
            <a:off x="2567992" y="541858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alta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·  questionario + intervista</a:t>
            </a:r>
            <a:endParaRPr lang="en-US" sz="12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E9485D6E-1ABA-C32B-72D4-E8914496D9B1}"/>
              </a:ext>
            </a:extLst>
          </p:cNvPr>
          <p:cNvSpPr txBox="1"/>
          <p:nvPr/>
        </p:nvSpPr>
        <p:spPr>
          <a:xfrm>
            <a:off x="7248837" y="788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dall'intervista · 7 ottobre</a:t>
            </a:r>
            <a:endParaRPr lang="en-US" sz="10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747CC2E4-B4F5-9DDC-2293-7CC5447383EE}"/>
              </a:ext>
            </a:extLst>
          </p:cNvPr>
          <p:cNvSpPr/>
          <p:nvPr/>
        </p:nvSpPr>
        <p:spPr>
          <a:xfrm>
            <a:off x="7221887" y="1097280"/>
            <a:ext cx="3794760" cy="749808"/>
          </a:xfrm>
          <a:prstGeom prst="roundRect">
            <a:avLst>
              <a:gd name="adj" fmla="val 21951"/>
            </a:avLst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53641CBA-8812-EA67-6CD7-FE1F0C530A6F}"/>
              </a:ext>
            </a:extLst>
          </p:cNvPr>
          <p:cNvSpPr/>
          <p:nvPr/>
        </p:nvSpPr>
        <p:spPr>
          <a:xfrm>
            <a:off x="10925207" y="1572768"/>
            <a:ext cx="274320" cy="274320"/>
          </a:xfrm>
          <a:prstGeom prst="rtTriangle">
            <a:avLst/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909F768-C5C7-6651-A243-10133E45F22D}"/>
              </a:ext>
            </a:extLst>
          </p:cNvPr>
          <p:cNvSpPr txBox="1"/>
          <p:nvPr/>
        </p:nvSpPr>
        <p:spPr>
          <a:xfrm>
            <a:off x="7404767" y="10972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 vostri profili sono pubblici o privati? L'avete deciso voi, e perché?</a:t>
            </a:r>
            <a:endParaRPr lang="en-US" sz="125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8C540C0F-ED7B-4554-3316-63B069D972D1}"/>
              </a:ext>
            </a:extLst>
          </p:cNvPr>
          <p:cNvSpPr/>
          <p:nvPr/>
        </p:nvSpPr>
        <p:spPr>
          <a:xfrm>
            <a:off x="7221887" y="2212848"/>
            <a:ext cx="4160520" cy="1207008"/>
          </a:xfrm>
          <a:prstGeom prst="roundRect">
            <a:avLst>
              <a:gd name="adj" fmla="val 13636"/>
            </a:avLst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45790C26-B006-7B2D-2B90-BD3AAD7CB17C}"/>
              </a:ext>
            </a:extLst>
          </p:cNvPr>
          <p:cNvSpPr/>
          <p:nvPr/>
        </p:nvSpPr>
        <p:spPr>
          <a:xfrm flipH="1">
            <a:off x="7039007" y="3145536"/>
            <a:ext cx="274320" cy="274320"/>
          </a:xfrm>
          <a:prstGeom prst="rtTriangle">
            <a:avLst/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85F23854-933F-2199-68D4-987E37D091F9}"/>
              </a:ext>
            </a:extLst>
          </p:cNvPr>
          <p:cNvSpPr txBox="1"/>
          <p:nvPr/>
        </p:nvSpPr>
        <p:spPr>
          <a:xfrm>
            <a:off x="7423055" y="239040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42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DEF3E8D6-8911-3243-CF5E-83ABE5135CA1}"/>
              </a:ext>
            </a:extLst>
          </p:cNvPr>
          <p:cNvSpPr txBox="1"/>
          <p:nvPr/>
        </p:nvSpPr>
        <p:spPr>
          <a:xfrm>
            <a:off x="7496207" y="2715768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Privati. Io l'ho fatto da sola, e l'ho fatto per precauzione.</a:t>
            </a:r>
            <a:endParaRPr lang="en-US" sz="16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E5C33A4D-7128-54EA-1E01-297C3878EFC8}"/>
              </a:ext>
            </a:extLst>
          </p:cNvPr>
          <p:cNvSpPr txBox="1"/>
          <p:nvPr/>
        </p:nvSpPr>
        <p:spPr>
          <a:xfrm>
            <a:off x="7221887" y="35112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studentessa del Liceo Virgilio · intervista 1</a:t>
            </a:r>
            <a:endParaRPr lang="en-US" sz="110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E9F8739A-6557-4FAA-7877-154E98062CF5}"/>
              </a:ext>
            </a:extLst>
          </p:cNvPr>
          <p:cNvSpPr/>
          <p:nvPr/>
        </p:nvSpPr>
        <p:spPr>
          <a:xfrm>
            <a:off x="7084727" y="4754880"/>
            <a:ext cx="4526280" cy="1481328"/>
          </a:xfrm>
          <a:prstGeom prst="roundRect">
            <a:avLst>
              <a:gd name="adj" fmla="val 6173"/>
            </a:avLst>
          </a:prstGeom>
          <a:noFill/>
          <a:ln w="15875">
            <a:solidFill>
              <a:srgbClr val="2C5ED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0DFE9911-7B4B-F552-E983-FC6887528FF4}"/>
              </a:ext>
            </a:extLst>
          </p:cNvPr>
          <p:cNvSpPr txBox="1"/>
          <p:nvPr/>
        </p:nvSpPr>
        <p:spPr>
          <a:xfrm>
            <a:off x="7804089" y="4903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spunto per il design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C8902FD9-9F38-59E9-98E1-C8A91F76639D}"/>
              </a:ext>
            </a:extLst>
          </p:cNvPr>
          <p:cNvSpPr txBox="1"/>
          <p:nvPr/>
        </p:nvSpPr>
        <p:spPr>
          <a:xfrm>
            <a:off x="7267607" y="523036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quali canali coprire per primi (WhatsApp, Instagram, TikTok)? Le chat dei videogiochi meritano un approfondimento.</a:t>
            </a:r>
            <a:endParaRPr lang="en-US" sz="1150" dirty="0"/>
          </a:p>
        </p:txBody>
      </p:sp>
      <p:pic>
        <p:nvPicPr>
          <p:cNvPr id="73" name="Elemento grafico 72">
            <a:extLst>
              <a:ext uri="{FF2B5EF4-FFF2-40B4-BE49-F238E27FC236}">
                <a16:creationId xmlns:a16="http://schemas.microsoft.com/office/drawing/2014/main" id="{B1E97E03-AC98-CCED-ADDC-AB5F0DBA6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32344" y="4188512"/>
            <a:ext cx="1024128" cy="10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20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6A02-7937-AD12-B26C-870D024C6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magine 68">
            <a:extLst>
              <a:ext uri="{FF2B5EF4-FFF2-40B4-BE49-F238E27FC236}">
                <a16:creationId xmlns:a16="http://schemas.microsoft.com/office/drawing/2014/main" id="{000F2605-D98E-FC8D-0F80-47AEABA51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6284">
            <a:off x="6342462" y="3140117"/>
            <a:ext cx="890619" cy="890619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AFA1B40B-2957-191A-1009-CE7DB1EBF8B0}"/>
              </a:ext>
            </a:extLst>
          </p:cNvPr>
          <p:cNvSpPr/>
          <p:nvPr/>
        </p:nvSpPr>
        <p:spPr>
          <a:xfrm>
            <a:off x="198239" y="-15658"/>
            <a:ext cx="377797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29D28A09-976E-ED5D-CF7A-08B18E37C6E4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21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772B6D-21E9-6BCA-E911-B8FF2A1CB9A2}"/>
              </a:ext>
            </a:extLst>
          </p:cNvPr>
          <p:cNvSpPr txBox="1"/>
          <p:nvPr/>
        </p:nvSpPr>
        <p:spPr>
          <a:xfrm>
            <a:off x="835121" y="5729946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1C5647-5E3C-D25D-3F3D-FBE161873A61}"/>
              </a:ext>
            </a:extLst>
          </p:cNvPr>
          <p:cNvSpPr txBox="1"/>
          <p:nvPr/>
        </p:nvSpPr>
        <p:spPr>
          <a:xfrm>
            <a:off x="835121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come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valutano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se un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profilo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è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affidabile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C61DF82-81AF-B8BC-0227-E2294A73A2AC}"/>
              </a:ext>
            </a:extLst>
          </p:cNvPr>
          <p:cNvSpPr txBox="1"/>
          <p:nvPr/>
        </p:nvSpPr>
        <p:spPr>
          <a:xfrm>
            <a:off x="835121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 è emerso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F84E9D3-C913-1A32-C0DE-D48974C3ACED}"/>
              </a:ext>
            </a:extLst>
          </p:cNvPr>
          <p:cNvSpPr txBox="1"/>
          <p:nvPr/>
        </p:nvSpPr>
        <p:spPr>
          <a:xfrm>
            <a:off x="835121" y="3474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ea typeface="+mn-lt" pitchFamily="34" charset="-122"/>
                <a:cs typeface="+mn-lt" pitchFamily="34" charset="-120"/>
              </a:rPr>
              <a:t>Il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criterio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principale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è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sociale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: amici in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comune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, chi lo segue. Poi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segnali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superficiali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usati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in modo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incoerente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: per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alcune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400 follower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sono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pochi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, per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altre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600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sono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già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sospetti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Pochi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usano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strategie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solide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come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l'età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dell'account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3EACBB1-9213-1DC2-106C-4AAFF32290D4}"/>
              </a:ext>
            </a:extLst>
          </p:cNvPr>
          <p:cNvSpPr txBox="1"/>
          <p:nvPr/>
        </p:nvSpPr>
        <p:spPr>
          <a:xfrm>
            <a:off x="7248837" y="788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dall'intervista · 7 ottobre</a:t>
            </a:r>
            <a:endParaRPr lang="en-US" sz="10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B433E126-A912-8395-3299-E87B26E65AD7}"/>
              </a:ext>
            </a:extLst>
          </p:cNvPr>
          <p:cNvSpPr/>
          <p:nvPr/>
        </p:nvSpPr>
        <p:spPr>
          <a:xfrm>
            <a:off x="7221887" y="1097280"/>
            <a:ext cx="3794760" cy="749808"/>
          </a:xfrm>
          <a:prstGeom prst="roundRect">
            <a:avLst>
              <a:gd name="adj" fmla="val 21951"/>
            </a:avLst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E94B2608-C93D-441E-7849-B80BF73ED9B7}"/>
              </a:ext>
            </a:extLst>
          </p:cNvPr>
          <p:cNvSpPr/>
          <p:nvPr/>
        </p:nvSpPr>
        <p:spPr>
          <a:xfrm>
            <a:off x="10925207" y="1572768"/>
            <a:ext cx="274320" cy="274320"/>
          </a:xfrm>
          <a:prstGeom prst="rtTriangle">
            <a:avLst/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80B3F7A-3740-EF19-1EB5-302C22B538FE}"/>
              </a:ext>
            </a:extLst>
          </p:cNvPr>
          <p:cNvSpPr txBox="1"/>
          <p:nvPr/>
        </p:nvSpPr>
        <p:spPr>
          <a:xfrm>
            <a:off x="7404767" y="10972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Quando vi scrive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qualcuno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che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non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conoscete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, qual è la prima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cosa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che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guardate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</a:t>
            </a:r>
            <a:endParaRPr lang="en-US" sz="125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B3053C66-C58A-F5DF-0975-007796334F4D}"/>
              </a:ext>
            </a:extLst>
          </p:cNvPr>
          <p:cNvSpPr/>
          <p:nvPr/>
        </p:nvSpPr>
        <p:spPr>
          <a:xfrm>
            <a:off x="7221887" y="2212848"/>
            <a:ext cx="4160520" cy="1756488"/>
          </a:xfrm>
          <a:prstGeom prst="roundRect">
            <a:avLst>
              <a:gd name="adj" fmla="val 13636"/>
            </a:avLst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E590C2FF-924E-A060-2E7D-581B220020C0}"/>
              </a:ext>
            </a:extLst>
          </p:cNvPr>
          <p:cNvSpPr/>
          <p:nvPr/>
        </p:nvSpPr>
        <p:spPr>
          <a:xfrm flipH="1">
            <a:off x="7084727" y="3585428"/>
            <a:ext cx="301270" cy="383908"/>
          </a:xfrm>
          <a:prstGeom prst="rtTriangle">
            <a:avLst/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02F6C9DC-8AAD-AC1B-795F-3512CEFBD8D1}"/>
              </a:ext>
            </a:extLst>
          </p:cNvPr>
          <p:cNvSpPr txBox="1"/>
          <p:nvPr/>
        </p:nvSpPr>
        <p:spPr>
          <a:xfrm>
            <a:off x="7423055" y="239040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42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4A5F2818-2FB9-9D73-8B25-AFE1D31BCD8A}"/>
              </a:ext>
            </a:extLst>
          </p:cNvPr>
          <p:cNvSpPr txBox="1"/>
          <p:nvPr/>
        </p:nvSpPr>
        <p:spPr>
          <a:xfrm>
            <a:off x="7496207" y="2715768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i="1" dirty="0">
                <a:ea typeface="+mn-lt" pitchFamily="34" charset="-122"/>
                <a:cs typeface="+mn-lt" pitchFamily="34" charset="-120"/>
              </a:rPr>
              <a:t>Se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abbiamo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amici in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comune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magari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mi fa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pensare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che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è 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posto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. Se no, se non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conosco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nessuno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inizio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essere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un po'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più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diffidente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70AFCC1A-8DB7-5F14-1615-A27B1F20871F}"/>
              </a:ext>
            </a:extLst>
          </p:cNvPr>
          <p:cNvSpPr txBox="1"/>
          <p:nvPr/>
        </p:nvSpPr>
        <p:spPr>
          <a:xfrm>
            <a:off x="7202124" y="40424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studentessa del Liceo Virgilio · intervista 1</a:t>
            </a:r>
            <a:endParaRPr lang="en-US" sz="110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7A7DFE83-F5D4-C006-8C90-17057C226AB3}"/>
              </a:ext>
            </a:extLst>
          </p:cNvPr>
          <p:cNvSpPr/>
          <p:nvPr/>
        </p:nvSpPr>
        <p:spPr>
          <a:xfrm>
            <a:off x="7084727" y="4754880"/>
            <a:ext cx="4526280" cy="1481328"/>
          </a:xfrm>
          <a:prstGeom prst="roundRect">
            <a:avLst>
              <a:gd name="adj" fmla="val 6173"/>
            </a:avLst>
          </a:prstGeom>
          <a:noFill/>
          <a:ln w="15875">
            <a:solidFill>
              <a:srgbClr val="2C5ED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2F6E5C80-D886-D869-653E-443F766AF330}"/>
              </a:ext>
            </a:extLst>
          </p:cNvPr>
          <p:cNvSpPr txBox="1"/>
          <p:nvPr/>
        </p:nvSpPr>
        <p:spPr>
          <a:xfrm>
            <a:off x="7804089" y="4903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spunto per il design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FD553F36-DE1F-6D84-8D63-399386B996BD}"/>
              </a:ext>
            </a:extLst>
          </p:cNvPr>
          <p:cNvSpPr txBox="1"/>
          <p:nvPr/>
        </p:nvSpPr>
        <p:spPr>
          <a:xfrm>
            <a:off x="7267607" y="523036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dirty="0" err="1">
                <a:ea typeface="+mn-lt" pitchFamily="34" charset="-122"/>
                <a:cs typeface="+mn-lt" pitchFamily="34" charset="-120"/>
              </a:rPr>
              <a:t>insegnare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che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amici in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comune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e follower non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bastano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come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garanzia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;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allenare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a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segnali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più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affidabili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(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età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dell'account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ricerca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inversa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dell'immagine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comportamento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in chat).</a:t>
            </a:r>
            <a:endParaRPr lang="en-US" sz="1150" dirty="0"/>
          </a:p>
        </p:txBody>
      </p:sp>
      <p:pic>
        <p:nvPicPr>
          <p:cNvPr id="73" name="Elemento grafico 72">
            <a:extLst>
              <a:ext uri="{FF2B5EF4-FFF2-40B4-BE49-F238E27FC236}">
                <a16:creationId xmlns:a16="http://schemas.microsoft.com/office/drawing/2014/main" id="{6CF2B71F-3596-03EA-3BFD-74DF7B1289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4143" y="4325532"/>
            <a:ext cx="1024128" cy="102412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CD208F3F-9E14-B3B4-60FA-6CF09AFBFCCA}"/>
              </a:ext>
            </a:extLst>
          </p:cNvPr>
          <p:cNvSpPr txBox="1"/>
          <p:nvPr/>
        </p:nvSpPr>
        <p:spPr>
          <a:xfrm>
            <a:off x="958565" y="731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200" b="1" kern="0" spc="-200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200" dirty="0"/>
          </a:p>
        </p:txBody>
      </p:sp>
      <p:pic>
        <p:nvPicPr>
          <p:cNvPr id="13" name="Image 0" descr="/home/claude/work/build/assets/d43.png">
            <a:extLst>
              <a:ext uri="{FF2B5EF4-FFF2-40B4-BE49-F238E27FC236}">
                <a16:creationId xmlns:a16="http://schemas.microsoft.com/office/drawing/2014/main" id="{1C1B3043-C139-B7B2-6D2E-DDF958B32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25" y="566928"/>
            <a:ext cx="1783080" cy="1097280"/>
          </a:xfrm>
          <a:prstGeom prst="rect">
            <a:avLst/>
          </a:prstGeom>
        </p:spPr>
      </p:pic>
      <p:sp>
        <p:nvSpPr>
          <p:cNvPr id="36" name="Text 7">
            <a:extLst>
              <a:ext uri="{FF2B5EF4-FFF2-40B4-BE49-F238E27FC236}">
                <a16:creationId xmlns:a16="http://schemas.microsoft.com/office/drawing/2014/main" id="{5400A7FA-7C57-F535-71F0-A55C87971C96}"/>
              </a:ext>
            </a:extLst>
          </p:cNvPr>
          <p:cNvSpPr txBox="1"/>
          <p:nvPr/>
        </p:nvSpPr>
        <p:spPr>
          <a:xfrm>
            <a:off x="876352" y="52463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solidità dell'evidenza</a:t>
            </a:r>
            <a:endParaRPr lang="en-US" sz="95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486A89B7-6D3C-6AAB-7D67-E13C3E9799BF}"/>
              </a:ext>
            </a:extLst>
          </p:cNvPr>
          <p:cNvSpPr/>
          <p:nvPr/>
        </p:nvSpPr>
        <p:spPr>
          <a:xfrm>
            <a:off x="876352" y="55389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B669ECE0-296D-F09F-B4AA-98656D697F4D}"/>
              </a:ext>
            </a:extLst>
          </p:cNvPr>
          <p:cNvSpPr/>
          <p:nvPr/>
        </p:nvSpPr>
        <p:spPr>
          <a:xfrm>
            <a:off x="1260400" y="55389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221FB85B-1375-3531-D434-943E36D624CF}"/>
              </a:ext>
            </a:extLst>
          </p:cNvPr>
          <p:cNvSpPr/>
          <p:nvPr/>
        </p:nvSpPr>
        <p:spPr>
          <a:xfrm>
            <a:off x="1644448" y="55389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C0B40A4B-8236-3863-C0AB-70BDBC1E8141}"/>
              </a:ext>
            </a:extLst>
          </p:cNvPr>
          <p:cNvSpPr/>
          <p:nvPr/>
        </p:nvSpPr>
        <p:spPr>
          <a:xfrm>
            <a:off x="2028496" y="55389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45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8A1A0C40-DB21-C7E9-D9D9-F7D7466A7A15}"/>
              </a:ext>
            </a:extLst>
          </p:cNvPr>
          <p:cNvSpPr txBox="1"/>
          <p:nvPr/>
        </p:nvSpPr>
        <p:spPr>
          <a:xfrm>
            <a:off x="2567992" y="5484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alta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·  questionario + intervista + esercizio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931713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0A91-7F28-5EAB-B6DE-A9384F26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magine 68">
            <a:extLst>
              <a:ext uri="{FF2B5EF4-FFF2-40B4-BE49-F238E27FC236}">
                <a16:creationId xmlns:a16="http://schemas.microsoft.com/office/drawing/2014/main" id="{17727FB5-259B-5B7E-2242-FC715FE10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6284">
            <a:off x="6349256" y="3041415"/>
            <a:ext cx="890619" cy="890619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D0D47AEF-F5B0-EFBA-54A8-CF6B325CAF1D}"/>
              </a:ext>
            </a:extLst>
          </p:cNvPr>
          <p:cNvSpPr/>
          <p:nvPr/>
        </p:nvSpPr>
        <p:spPr>
          <a:xfrm>
            <a:off x="198239" y="-15658"/>
            <a:ext cx="377797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B71AE684-54E4-CB03-1177-434A94063A1C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22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0BBFF5-0590-02E9-BFFC-FE70E4296220}"/>
              </a:ext>
            </a:extLst>
          </p:cNvPr>
          <p:cNvSpPr txBox="1"/>
          <p:nvPr/>
        </p:nvSpPr>
        <p:spPr>
          <a:xfrm>
            <a:off x="835121" y="5715000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Fondamenti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di HCI 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6DA798-2582-7A5E-F954-795472DA7BB6}"/>
              </a:ext>
            </a:extLst>
          </p:cNvPr>
          <p:cNvSpPr txBox="1"/>
          <p:nvPr/>
        </p:nvSpPr>
        <p:spPr>
          <a:xfrm>
            <a:off x="835121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fiducia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nelle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proprie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capacità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vs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comportamenti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reali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F8EF3DC-4BEE-F75A-D48B-A2E309703CC5}"/>
              </a:ext>
            </a:extLst>
          </p:cNvPr>
          <p:cNvSpPr txBox="1"/>
          <p:nvPr/>
        </p:nvSpPr>
        <p:spPr>
          <a:xfrm>
            <a:off x="835121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 è emerso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EA691D2-5D63-E5F4-A051-156E94B67BD8}"/>
              </a:ext>
            </a:extLst>
          </p:cNvPr>
          <p:cNvSpPr txBox="1"/>
          <p:nvPr/>
        </p:nvSpPr>
        <p:spPr>
          <a:xfrm>
            <a:off x="835121" y="3474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ea typeface="+mn-lt" pitchFamily="34" charset="-122"/>
                <a:cs typeface="+mn-lt" pitchFamily="34" charset="-120"/>
              </a:rPr>
              <a:t>Circa 3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su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4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sentono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capaci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di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riconoscere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un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profilo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falso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o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una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foto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IA, ma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davanti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a un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dubbio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la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metà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non fa niente 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chiedere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qualcuno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è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rarissimo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 Chi non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cos'è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un deepfake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spesso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dà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comunque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un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voto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alto.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200" dirty="0">
                <a:solidFill>
                  <a:srgbClr val="1700E8"/>
                </a:solidFill>
                <a:latin typeface="Segoe UI"/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200" dirty="0">
                <a:solidFill>
                  <a:schemeClr val="tx2"/>
                </a:solidFill>
                <a:ea typeface="+mn-lt"/>
                <a:cs typeface="+mn-lt"/>
              </a:rPr>
              <a:t> alle </a:t>
            </a:r>
            <a:r>
              <a:rPr lang="en-US" sz="1200" dirty="0" err="1">
                <a:solidFill>
                  <a:schemeClr val="tx2"/>
                </a:solidFill>
                <a:ea typeface="+mn-lt"/>
                <a:cs typeface="+mn-lt"/>
              </a:rPr>
              <a:t>foto</a:t>
            </a:r>
            <a:r>
              <a:rPr lang="en-US" sz="12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tx2"/>
                </a:solidFill>
                <a:ea typeface="+mn-lt"/>
                <a:cs typeface="+mn-lt"/>
              </a:rPr>
              <a:t>usate</a:t>
            </a:r>
            <a:r>
              <a:rPr lang="en-US" sz="12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tx2"/>
                </a:solidFill>
                <a:ea typeface="+mn-lt"/>
                <a:cs typeface="+mn-lt"/>
              </a:rPr>
              <a:t>nell'ntervista</a:t>
            </a:r>
            <a:endParaRPr lang="en-US" sz="1400" dirty="0" err="1">
              <a:solidFill>
                <a:schemeClr val="tx2"/>
              </a:solidFill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7DED5C76-35A3-F548-B493-DA119A3906AA}"/>
              </a:ext>
            </a:extLst>
          </p:cNvPr>
          <p:cNvSpPr txBox="1"/>
          <p:nvPr/>
        </p:nvSpPr>
        <p:spPr>
          <a:xfrm>
            <a:off x="7248837" y="788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dall'intervista · 7 ottobre</a:t>
            </a:r>
            <a:endParaRPr lang="en-US" sz="10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2AE6081B-CD05-0B1D-A5D1-4E29FE032DA0}"/>
              </a:ext>
            </a:extLst>
          </p:cNvPr>
          <p:cNvSpPr/>
          <p:nvPr/>
        </p:nvSpPr>
        <p:spPr>
          <a:xfrm>
            <a:off x="7221887" y="1097280"/>
            <a:ext cx="3794760" cy="749808"/>
          </a:xfrm>
          <a:prstGeom prst="roundRect">
            <a:avLst>
              <a:gd name="adj" fmla="val 21951"/>
            </a:avLst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4211DCA5-43DC-E121-515F-7F919474D023}"/>
              </a:ext>
            </a:extLst>
          </p:cNvPr>
          <p:cNvSpPr/>
          <p:nvPr/>
        </p:nvSpPr>
        <p:spPr>
          <a:xfrm>
            <a:off x="10925207" y="1572768"/>
            <a:ext cx="274320" cy="274320"/>
          </a:xfrm>
          <a:prstGeom prst="rtTriangle">
            <a:avLst/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D183B027-4290-41F0-7B55-B62340A8DCE7}"/>
              </a:ext>
            </a:extLst>
          </p:cNvPr>
          <p:cNvSpPr txBox="1"/>
          <p:nvPr/>
        </p:nvSpPr>
        <p:spPr>
          <a:xfrm>
            <a:off x="7404767" y="10972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Esercizio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: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questi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due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profili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vi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scrivono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lo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stesso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giorno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. Quale vi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sembra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più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affidabile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</a:t>
            </a:r>
            <a:endParaRPr lang="en-US" sz="125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39FA1B42-2ED1-BAE0-C34A-05B063BD3547}"/>
              </a:ext>
            </a:extLst>
          </p:cNvPr>
          <p:cNvSpPr/>
          <p:nvPr/>
        </p:nvSpPr>
        <p:spPr>
          <a:xfrm>
            <a:off x="7221887" y="2212848"/>
            <a:ext cx="4160520" cy="1581424"/>
          </a:xfrm>
          <a:prstGeom prst="roundRect">
            <a:avLst>
              <a:gd name="adj" fmla="val 13636"/>
            </a:avLst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92920385-6540-9916-03DC-91B9FB14AFC9}"/>
              </a:ext>
            </a:extLst>
          </p:cNvPr>
          <p:cNvSpPr/>
          <p:nvPr/>
        </p:nvSpPr>
        <p:spPr>
          <a:xfrm flipH="1">
            <a:off x="7098202" y="3396231"/>
            <a:ext cx="301270" cy="383908"/>
          </a:xfrm>
          <a:prstGeom prst="rtTriangle">
            <a:avLst/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18D06B3B-0B53-9814-F0B1-B9453F631918}"/>
              </a:ext>
            </a:extLst>
          </p:cNvPr>
          <p:cNvSpPr txBox="1"/>
          <p:nvPr/>
        </p:nvSpPr>
        <p:spPr>
          <a:xfrm>
            <a:off x="7423055" y="239040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42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842D6752-54C6-12F2-2962-A5CC4E3A0697}"/>
              </a:ext>
            </a:extLst>
          </p:cNvPr>
          <p:cNvSpPr txBox="1"/>
          <p:nvPr/>
        </p:nvSpPr>
        <p:spPr>
          <a:xfrm>
            <a:off x="7496207" y="2715768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L'altro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invece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sembra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più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una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persona vera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che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posta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le sue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foto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.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Però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l'apparenza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può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ingannare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ragazzi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00A4DF0C-5DB4-6007-0BAD-9FE041C3B547}"/>
              </a:ext>
            </a:extLst>
          </p:cNvPr>
          <p:cNvSpPr txBox="1"/>
          <p:nvPr/>
        </p:nvSpPr>
        <p:spPr>
          <a:xfrm>
            <a:off x="7267607" y="390265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studentessa del Liceo Virgilio · intervista 1</a:t>
            </a:r>
            <a:endParaRPr lang="en-US" sz="110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1BC8D9A2-F31A-85C8-0BE6-A8D7A438874B}"/>
              </a:ext>
            </a:extLst>
          </p:cNvPr>
          <p:cNvSpPr/>
          <p:nvPr/>
        </p:nvSpPr>
        <p:spPr>
          <a:xfrm>
            <a:off x="7084727" y="4754880"/>
            <a:ext cx="4526280" cy="1481328"/>
          </a:xfrm>
          <a:prstGeom prst="roundRect">
            <a:avLst>
              <a:gd name="adj" fmla="val 6173"/>
            </a:avLst>
          </a:prstGeom>
          <a:noFill/>
          <a:ln w="15875">
            <a:solidFill>
              <a:srgbClr val="2C5ED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2C1D42AA-7097-8E32-E9C3-1530BE59711E}"/>
              </a:ext>
            </a:extLst>
          </p:cNvPr>
          <p:cNvSpPr txBox="1"/>
          <p:nvPr/>
        </p:nvSpPr>
        <p:spPr>
          <a:xfrm>
            <a:off x="7804089" y="4903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spunto per il design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0F52ECAC-5E1D-A7E1-CDD5-FD17BFE9678F}"/>
              </a:ext>
            </a:extLst>
          </p:cNvPr>
          <p:cNvSpPr txBox="1"/>
          <p:nvPr/>
        </p:nvSpPr>
        <p:spPr>
          <a:xfrm>
            <a:off x="7267607" y="523036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dirty="0" err="1">
                <a:ea typeface="+mn-lt" pitchFamily="34" charset="-122"/>
                <a:cs typeface="+mn-lt" pitchFamily="34" charset="-120"/>
              </a:rPr>
              <a:t>verificare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con un test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pratico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(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riconoscere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foto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vere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/IA) per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misurare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la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competenza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reale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non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quella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dichiarata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.</a:t>
            </a:r>
            <a:endParaRPr lang="en-US" sz="1150" dirty="0"/>
          </a:p>
        </p:txBody>
      </p:sp>
      <p:pic>
        <p:nvPicPr>
          <p:cNvPr id="73" name="Elemento grafico 72">
            <a:extLst>
              <a:ext uri="{FF2B5EF4-FFF2-40B4-BE49-F238E27FC236}">
                <a16:creationId xmlns:a16="http://schemas.microsoft.com/office/drawing/2014/main" id="{2D474D46-742E-A97F-0E45-28663AA9B3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4143" y="4325532"/>
            <a:ext cx="1024128" cy="102412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99D86DD-B934-97AA-9E3A-0A679D162E07}"/>
              </a:ext>
            </a:extLst>
          </p:cNvPr>
          <p:cNvSpPr txBox="1"/>
          <p:nvPr/>
        </p:nvSpPr>
        <p:spPr>
          <a:xfrm>
            <a:off x="958565" y="731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200" b="1" kern="0" spc="-200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200" dirty="0"/>
          </a:p>
        </p:txBody>
      </p:sp>
      <p:pic>
        <p:nvPicPr>
          <p:cNvPr id="13" name="Image 0" descr="/home/claude/work/build/assets/d43.png">
            <a:extLst>
              <a:ext uri="{FF2B5EF4-FFF2-40B4-BE49-F238E27FC236}">
                <a16:creationId xmlns:a16="http://schemas.microsoft.com/office/drawing/2014/main" id="{C678A99D-90A9-503C-DC9B-03145DBAA1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476" y="484206"/>
            <a:ext cx="1783080" cy="1097280"/>
          </a:xfrm>
          <a:prstGeom prst="rect">
            <a:avLst/>
          </a:prstGeom>
        </p:spPr>
      </p:pic>
      <p:sp>
        <p:nvSpPr>
          <p:cNvPr id="3" name="Text 7">
            <a:extLst>
              <a:ext uri="{FF2B5EF4-FFF2-40B4-BE49-F238E27FC236}">
                <a16:creationId xmlns:a16="http://schemas.microsoft.com/office/drawing/2014/main" id="{9633D8FB-7CC6-3C09-BEAB-F5AEC9227A25}"/>
              </a:ext>
            </a:extLst>
          </p:cNvPr>
          <p:cNvSpPr txBox="1"/>
          <p:nvPr/>
        </p:nvSpPr>
        <p:spPr>
          <a:xfrm>
            <a:off x="876352" y="5202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solidità dell'evidenza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76E7CF0-DCB8-A39A-6B8B-69D6ABCDB584}"/>
              </a:ext>
            </a:extLst>
          </p:cNvPr>
          <p:cNvSpPr/>
          <p:nvPr/>
        </p:nvSpPr>
        <p:spPr>
          <a:xfrm>
            <a:off x="876352" y="54955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A0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36859F1-EF17-5B3C-71D6-5149FE44F765}"/>
              </a:ext>
            </a:extLst>
          </p:cNvPr>
          <p:cNvSpPr/>
          <p:nvPr/>
        </p:nvSpPr>
        <p:spPr>
          <a:xfrm>
            <a:off x="1260400" y="54955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A0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0902603-0780-255D-19B2-336FA774E06A}"/>
              </a:ext>
            </a:extLst>
          </p:cNvPr>
          <p:cNvSpPr/>
          <p:nvPr/>
        </p:nvSpPr>
        <p:spPr>
          <a:xfrm>
            <a:off x="1644448" y="54955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A0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9B419846-9324-BA9B-E736-2AF9F4B2A365}"/>
              </a:ext>
            </a:extLst>
          </p:cNvPr>
          <p:cNvSpPr/>
          <p:nvPr/>
        </p:nvSpPr>
        <p:spPr>
          <a:xfrm>
            <a:off x="2028496" y="54955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E3E3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9D0C7138-5782-43B7-C367-8AFF32EE7274}"/>
              </a:ext>
            </a:extLst>
          </p:cNvPr>
          <p:cNvSpPr txBox="1"/>
          <p:nvPr/>
        </p:nvSpPr>
        <p:spPr>
          <a:xfrm>
            <a:off x="2567992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media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·  autovalutazioni + un esercizio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385035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AF18-F50C-0AA3-804F-91C1E23B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magine 68">
            <a:extLst>
              <a:ext uri="{FF2B5EF4-FFF2-40B4-BE49-F238E27FC236}">
                <a16:creationId xmlns:a16="http://schemas.microsoft.com/office/drawing/2014/main" id="{FB1FD570-FDFC-9E74-4A24-604F74F80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6284">
            <a:off x="6339132" y="3157984"/>
            <a:ext cx="890619" cy="890619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99994BC8-7A14-7739-A0E5-11083AAC792D}"/>
              </a:ext>
            </a:extLst>
          </p:cNvPr>
          <p:cNvSpPr/>
          <p:nvPr/>
        </p:nvSpPr>
        <p:spPr>
          <a:xfrm>
            <a:off x="1" y="-15658"/>
            <a:ext cx="576036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69EE6263-015E-3A36-6181-D77D62E2EA7D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23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AD2927-F1A7-A18E-E49B-6702FF1B24F9}"/>
              </a:ext>
            </a:extLst>
          </p:cNvPr>
          <p:cNvSpPr txBox="1"/>
          <p:nvPr/>
        </p:nvSpPr>
        <p:spPr>
          <a:xfrm>
            <a:off x="793890" y="5695690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7FE76A9-4CF3-89B9-C442-EDC692B85A1B}"/>
              </a:ext>
            </a:extLst>
          </p:cNvPr>
          <p:cNvSpPr txBox="1"/>
          <p:nvPr/>
        </p:nvSpPr>
        <p:spPr>
          <a:xfrm>
            <a:off x="1072865" y="717605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2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200" dirty="0">
              <a:solidFill>
                <a:schemeClr val="tx2"/>
              </a:solidFill>
            </a:endParaRPr>
          </a:p>
        </p:txBody>
      </p:sp>
      <p:pic>
        <p:nvPicPr>
          <p:cNvPr id="3" name="Image 0" descr="/home/claude/work/build/assets/d40.png">
            <a:extLst>
              <a:ext uri="{FF2B5EF4-FFF2-40B4-BE49-F238E27FC236}">
                <a16:creationId xmlns:a16="http://schemas.microsoft.com/office/drawing/2014/main" id="{4AFBEFF6-ABFC-9D64-23F0-6D1BE72355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3681" y="489005"/>
            <a:ext cx="1783080" cy="109728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156560EE-FDA5-5FC5-D71B-12330296FEAC}"/>
              </a:ext>
            </a:extLst>
          </p:cNvPr>
          <p:cNvSpPr txBox="1"/>
          <p:nvPr/>
        </p:nvSpPr>
        <p:spPr>
          <a:xfrm>
            <a:off x="835121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deepfake e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contenuti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falsi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tra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coetanei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A4A57FC-50FA-5A60-6279-F26CD5C6BD4B}"/>
              </a:ext>
            </a:extLst>
          </p:cNvPr>
          <p:cNvSpPr txBox="1"/>
          <p:nvPr/>
        </p:nvSpPr>
        <p:spPr>
          <a:xfrm>
            <a:off x="835121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 è emerso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E8A3F61-A25F-CF64-71D0-F8CDB411E9F4}"/>
              </a:ext>
            </a:extLst>
          </p:cNvPr>
          <p:cNvSpPr txBox="1"/>
          <p:nvPr/>
        </p:nvSpPr>
        <p:spPr>
          <a:xfrm>
            <a:off x="835121" y="3474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ea typeface="+mn-lt" pitchFamily="34" charset="-122"/>
                <a:cs typeface="+mn-lt" pitchFamily="34" charset="-120"/>
              </a:rPr>
              <a:t>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contenuti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modificati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con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l'IA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girano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tra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coetanei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(quasi 4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su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5 li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hanno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visti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) e quasi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nessuno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li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considera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gravi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 La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gravità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giudica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dalla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reazione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visibile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della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vittima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: «se ride è uno scherzo».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3D80B59-2DCF-86FF-4BED-17136F17C080}"/>
              </a:ext>
            </a:extLst>
          </p:cNvPr>
          <p:cNvSpPr txBox="1"/>
          <p:nvPr/>
        </p:nvSpPr>
        <p:spPr>
          <a:xfrm>
            <a:off x="835121" y="5065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solidità dell'evidenza</a:t>
            </a:r>
            <a:endParaRPr lang="en-US" sz="9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CBBB63A-487E-DD01-10C3-D16DDB28D354}"/>
              </a:ext>
            </a:extLst>
          </p:cNvPr>
          <p:cNvSpPr/>
          <p:nvPr/>
        </p:nvSpPr>
        <p:spPr>
          <a:xfrm>
            <a:off x="835121" y="535838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DC9970D7-B122-7305-F40F-EA455B57C25B}"/>
              </a:ext>
            </a:extLst>
          </p:cNvPr>
          <p:cNvSpPr/>
          <p:nvPr/>
        </p:nvSpPr>
        <p:spPr>
          <a:xfrm>
            <a:off x="1219169" y="535838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0AA1516-0F3E-9938-09C9-C653040F6EBA}"/>
              </a:ext>
            </a:extLst>
          </p:cNvPr>
          <p:cNvSpPr/>
          <p:nvPr/>
        </p:nvSpPr>
        <p:spPr>
          <a:xfrm>
            <a:off x="1603217" y="535838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485D748-336E-0E33-ED6E-A858DD5E0E3C}"/>
              </a:ext>
            </a:extLst>
          </p:cNvPr>
          <p:cNvSpPr/>
          <p:nvPr/>
        </p:nvSpPr>
        <p:spPr>
          <a:xfrm>
            <a:off x="1987265" y="535838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75B3DB9-E88E-84CC-DDA2-9DB72022ADCE}"/>
              </a:ext>
            </a:extLst>
          </p:cNvPr>
          <p:cNvSpPr txBox="1"/>
          <p:nvPr/>
        </p:nvSpPr>
        <p:spPr>
          <a:xfrm>
            <a:off x="2526761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alta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·  questionario + intervista</a:t>
            </a:r>
            <a:endParaRPr lang="en-US" sz="12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CCF331C4-302C-C99F-E8BD-B4829D09B58C}"/>
              </a:ext>
            </a:extLst>
          </p:cNvPr>
          <p:cNvSpPr txBox="1"/>
          <p:nvPr/>
        </p:nvSpPr>
        <p:spPr>
          <a:xfrm>
            <a:off x="7248837" y="788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dall'intervista · 7 ottobre</a:t>
            </a:r>
            <a:endParaRPr lang="en-US" sz="10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F4EB0CFF-C1BB-0D03-1FBC-C085E5D6174D}"/>
              </a:ext>
            </a:extLst>
          </p:cNvPr>
          <p:cNvSpPr/>
          <p:nvPr/>
        </p:nvSpPr>
        <p:spPr>
          <a:xfrm>
            <a:off x="7221887" y="1097280"/>
            <a:ext cx="3794760" cy="749808"/>
          </a:xfrm>
          <a:prstGeom prst="roundRect">
            <a:avLst>
              <a:gd name="adj" fmla="val 21951"/>
            </a:avLst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8E0F137-A46E-D023-099D-B75F5F0BBB16}"/>
              </a:ext>
            </a:extLst>
          </p:cNvPr>
          <p:cNvSpPr/>
          <p:nvPr/>
        </p:nvSpPr>
        <p:spPr>
          <a:xfrm>
            <a:off x="10925207" y="1572768"/>
            <a:ext cx="274320" cy="274320"/>
          </a:xfrm>
          <a:prstGeom prst="rtTriangle">
            <a:avLst/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FDC89E4D-ED1D-B2E1-3E2B-E66D3AE980EA}"/>
              </a:ext>
            </a:extLst>
          </p:cNvPr>
          <p:cNvSpPr txBox="1"/>
          <p:nvPr/>
        </p:nvSpPr>
        <p:spPr>
          <a:xfrm>
            <a:off x="7404767" y="10972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Quando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giravano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le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tue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foto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in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quella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chat,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ti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è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capitato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che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fossero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modificate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con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l'IA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</a:t>
            </a:r>
            <a:endParaRPr lang="en-US" sz="125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1855CBE6-ECCC-AF2B-A56A-7F14AE3BE8FE}"/>
              </a:ext>
            </a:extLst>
          </p:cNvPr>
          <p:cNvSpPr/>
          <p:nvPr/>
        </p:nvSpPr>
        <p:spPr>
          <a:xfrm>
            <a:off x="7221887" y="2212847"/>
            <a:ext cx="4160520" cy="1657399"/>
          </a:xfrm>
          <a:prstGeom prst="roundRect">
            <a:avLst>
              <a:gd name="adj" fmla="val 13636"/>
            </a:avLst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ACCA174A-9CDF-75A7-132B-129F6C53A2C8}"/>
              </a:ext>
            </a:extLst>
          </p:cNvPr>
          <p:cNvSpPr/>
          <p:nvPr/>
        </p:nvSpPr>
        <p:spPr>
          <a:xfrm flipH="1">
            <a:off x="7078878" y="3590624"/>
            <a:ext cx="274320" cy="274320"/>
          </a:xfrm>
          <a:prstGeom prst="rtTriangle">
            <a:avLst/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97F46C70-597A-DC42-A52F-295030D0B3C9}"/>
              </a:ext>
            </a:extLst>
          </p:cNvPr>
          <p:cNvSpPr txBox="1"/>
          <p:nvPr/>
        </p:nvSpPr>
        <p:spPr>
          <a:xfrm>
            <a:off x="7423055" y="239040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42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F9E19C5C-E99A-96A3-5238-4CD6EDDC64E9}"/>
              </a:ext>
            </a:extLst>
          </p:cNvPr>
          <p:cNvSpPr txBox="1"/>
          <p:nvPr/>
        </p:nvSpPr>
        <p:spPr>
          <a:xfrm>
            <a:off x="7496207" y="2715768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i="1" dirty="0">
                <a:ea typeface="+mn-lt" pitchFamily="34" charset="-122"/>
                <a:cs typeface="+mn-lt" pitchFamily="34" charset="-120"/>
              </a:rPr>
              <a:t>La prima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cosa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a cui ho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pensato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è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che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adesso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con tutte le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cose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che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fa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l'intelligenza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artificiale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si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può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fare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qualunque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cosa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anche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se non è vera.</a:t>
            </a:r>
            <a:endParaRPr lang="en-US" sz="16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2C358371-6CBD-44B3-6205-711A888CC119}"/>
              </a:ext>
            </a:extLst>
          </p:cNvPr>
          <p:cNvSpPr txBox="1"/>
          <p:nvPr/>
        </p:nvSpPr>
        <p:spPr>
          <a:xfrm>
            <a:off x="7313327" y="39227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studentessa del Liceo Virgilio · intervista 1</a:t>
            </a:r>
            <a:endParaRPr lang="en-US" sz="110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809DD89A-ABE3-2B05-75B7-CE83A3A9AC45}"/>
              </a:ext>
            </a:extLst>
          </p:cNvPr>
          <p:cNvSpPr/>
          <p:nvPr/>
        </p:nvSpPr>
        <p:spPr>
          <a:xfrm>
            <a:off x="7084727" y="4754880"/>
            <a:ext cx="4526280" cy="1481328"/>
          </a:xfrm>
          <a:prstGeom prst="roundRect">
            <a:avLst>
              <a:gd name="adj" fmla="val 6173"/>
            </a:avLst>
          </a:prstGeom>
          <a:noFill/>
          <a:ln w="15875">
            <a:solidFill>
              <a:srgbClr val="2C5ED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E7DBB02C-D7F0-E098-DBD9-7A5A64582284}"/>
              </a:ext>
            </a:extLst>
          </p:cNvPr>
          <p:cNvSpPr txBox="1"/>
          <p:nvPr/>
        </p:nvSpPr>
        <p:spPr>
          <a:xfrm>
            <a:off x="7804089" y="4903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spunto per il design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AD78AA0D-79BB-4D78-048A-86EC9B419609}"/>
              </a:ext>
            </a:extLst>
          </p:cNvPr>
          <p:cNvSpPr txBox="1"/>
          <p:nvPr/>
        </p:nvSpPr>
        <p:spPr>
          <a:xfrm>
            <a:off x="7267607" y="523036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dirty="0" err="1">
                <a:ea typeface="+mn-lt" pitchFamily="34" charset="-122"/>
                <a:cs typeface="+mn-lt" pitchFamily="34" charset="-120"/>
              </a:rPr>
              <a:t>lavorare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sulla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percezione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del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danno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(«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ridere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non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vuol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dire stare bene») e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sul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ruolo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di chi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assiste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.</a:t>
            </a:r>
            <a:endParaRPr lang="en-US" sz="1150" dirty="0"/>
          </a:p>
        </p:txBody>
      </p:sp>
      <p:pic>
        <p:nvPicPr>
          <p:cNvPr id="73" name="Elemento grafico 72">
            <a:extLst>
              <a:ext uri="{FF2B5EF4-FFF2-40B4-BE49-F238E27FC236}">
                <a16:creationId xmlns:a16="http://schemas.microsoft.com/office/drawing/2014/main" id="{AB4D9881-B6A3-2C17-B97B-56717AAA68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32344" y="4188512"/>
            <a:ext cx="1024128" cy="10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900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23636-683C-7F38-8CE7-50EB5090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magine 68">
            <a:extLst>
              <a:ext uri="{FF2B5EF4-FFF2-40B4-BE49-F238E27FC236}">
                <a16:creationId xmlns:a16="http://schemas.microsoft.com/office/drawing/2014/main" id="{585B37F1-A67F-F996-718A-5178BF91B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6284">
            <a:off x="6349256" y="3041415"/>
            <a:ext cx="890619" cy="890619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5CC1BA15-773F-B92C-5AB7-BA8F709719F6}"/>
              </a:ext>
            </a:extLst>
          </p:cNvPr>
          <p:cNvSpPr/>
          <p:nvPr/>
        </p:nvSpPr>
        <p:spPr>
          <a:xfrm>
            <a:off x="198239" y="-15658"/>
            <a:ext cx="377797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70BAA902-4353-257E-848B-CE8FA7E1C656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24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7E1372-1347-818B-248E-6C2A5AF9067A}"/>
              </a:ext>
            </a:extLst>
          </p:cNvPr>
          <p:cNvSpPr txBox="1"/>
          <p:nvPr/>
        </p:nvSpPr>
        <p:spPr>
          <a:xfrm>
            <a:off x="835121" y="5663686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polimi –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Fondamenti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di HCI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D1744F-2972-79D1-3A38-9AD403BFF824}"/>
              </a:ext>
            </a:extLst>
          </p:cNvPr>
          <p:cNvSpPr txBox="1"/>
          <p:nvPr/>
        </p:nvSpPr>
        <p:spPr>
          <a:xfrm>
            <a:off x="835121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riconoscere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l'adescamento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e le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richieste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di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foto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9447DE8-7444-81D0-203E-B47BE341FD98}"/>
              </a:ext>
            </a:extLst>
          </p:cNvPr>
          <p:cNvSpPr txBox="1"/>
          <p:nvPr/>
        </p:nvSpPr>
        <p:spPr>
          <a:xfrm>
            <a:off x="835121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 è emerso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201BE14-EB2E-5A8C-0C03-F80A27AA133E}"/>
              </a:ext>
            </a:extLst>
          </p:cNvPr>
          <p:cNvSpPr txBox="1"/>
          <p:nvPr/>
        </p:nvSpPr>
        <p:spPr>
          <a:xfrm>
            <a:off x="835121" y="3474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ea typeface="+mn-lt" pitchFamily="34" charset="-122"/>
                <a:cs typeface="+mn-lt" pitchFamily="34" charset="-120"/>
              </a:rPr>
              <a:t>Davanti alla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stessa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chat le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ragazze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non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concordano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su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quando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scatta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l'allarme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: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confidenza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eccessiva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troppo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presto,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segretezza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(«non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dirlo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ai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tuoi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») o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richiesta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di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una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foto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 Il no alle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foto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sessuali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è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netto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;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su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una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foto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«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normale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» la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soglia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dipende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dalla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confidenza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200" dirty="0">
                <a:solidFill>
                  <a:srgbClr val="1700E8"/>
                </a:solidFill>
                <a:latin typeface="Segoe UI"/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200" dirty="0">
                <a:solidFill>
                  <a:schemeClr val="tx2"/>
                </a:solidFill>
                <a:ea typeface="+mn-lt"/>
                <a:cs typeface="+mn-lt"/>
              </a:rPr>
              <a:t> alle </a:t>
            </a:r>
            <a:r>
              <a:rPr lang="en-US" sz="1200" dirty="0" err="1">
                <a:solidFill>
                  <a:schemeClr val="tx2"/>
                </a:solidFill>
                <a:ea typeface="+mn-lt"/>
                <a:cs typeface="+mn-lt"/>
              </a:rPr>
              <a:t>foto</a:t>
            </a:r>
            <a:r>
              <a:rPr lang="en-US" sz="12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tx2"/>
                </a:solidFill>
                <a:ea typeface="+mn-lt"/>
                <a:cs typeface="+mn-lt"/>
              </a:rPr>
              <a:t>usate</a:t>
            </a:r>
            <a:r>
              <a:rPr lang="en-US" sz="12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tx2"/>
                </a:solidFill>
                <a:ea typeface="+mn-lt"/>
                <a:cs typeface="+mn-lt"/>
              </a:rPr>
              <a:t>nell'ntervista</a:t>
            </a:r>
            <a:endParaRPr lang="en-US" sz="1400" dirty="0" err="1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047963C-1048-39E2-5767-D9B3071F0734}"/>
              </a:ext>
            </a:extLst>
          </p:cNvPr>
          <p:cNvSpPr txBox="1"/>
          <p:nvPr/>
        </p:nvSpPr>
        <p:spPr>
          <a:xfrm>
            <a:off x="7248837" y="788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dall'intervista · 7 ottobre</a:t>
            </a:r>
            <a:endParaRPr lang="en-US" sz="10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F81A1FCC-AF68-2B5D-BD8F-1204A2A47E9E}"/>
              </a:ext>
            </a:extLst>
          </p:cNvPr>
          <p:cNvSpPr/>
          <p:nvPr/>
        </p:nvSpPr>
        <p:spPr>
          <a:xfrm>
            <a:off x="7221887" y="1097280"/>
            <a:ext cx="3794760" cy="749808"/>
          </a:xfrm>
          <a:prstGeom prst="roundRect">
            <a:avLst>
              <a:gd name="adj" fmla="val 21951"/>
            </a:avLst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3EBFB0E7-B229-BA84-D691-231487EF83FE}"/>
              </a:ext>
            </a:extLst>
          </p:cNvPr>
          <p:cNvSpPr/>
          <p:nvPr/>
        </p:nvSpPr>
        <p:spPr>
          <a:xfrm>
            <a:off x="10925207" y="1572768"/>
            <a:ext cx="274320" cy="274320"/>
          </a:xfrm>
          <a:prstGeom prst="rtTriangle">
            <a:avLst/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5FAE3F27-4591-021F-E94D-9ADED719AE5B}"/>
              </a:ext>
            </a:extLst>
          </p:cNvPr>
          <p:cNvSpPr txBox="1"/>
          <p:nvPr/>
        </p:nvSpPr>
        <p:spPr>
          <a:xfrm>
            <a:off x="7404767" y="10972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Leggete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questa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chat come se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l'avessero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scritta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a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voi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. Da quale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messaggio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capite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che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c'è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qualcosa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che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non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va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</a:t>
            </a:r>
            <a:endParaRPr lang="en-US" sz="125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1FAC1DF9-2EC4-B366-FE15-50CF7DF06798}"/>
              </a:ext>
            </a:extLst>
          </p:cNvPr>
          <p:cNvSpPr/>
          <p:nvPr/>
        </p:nvSpPr>
        <p:spPr>
          <a:xfrm>
            <a:off x="7221887" y="2212848"/>
            <a:ext cx="4160520" cy="1581424"/>
          </a:xfrm>
          <a:prstGeom prst="roundRect">
            <a:avLst>
              <a:gd name="adj" fmla="val 13636"/>
            </a:avLst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BF45973E-397A-2475-DEC5-880EC547AC45}"/>
              </a:ext>
            </a:extLst>
          </p:cNvPr>
          <p:cNvSpPr/>
          <p:nvPr/>
        </p:nvSpPr>
        <p:spPr>
          <a:xfrm flipH="1">
            <a:off x="7098202" y="3396231"/>
            <a:ext cx="301270" cy="383908"/>
          </a:xfrm>
          <a:prstGeom prst="rtTriangle">
            <a:avLst/>
          </a:prstGeom>
          <a:solidFill>
            <a:srgbClr val="FFE7E5"/>
          </a:solidFill>
          <a:ln w="12700">
            <a:solidFill>
              <a:srgbClr val="FFE7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9FCDD5F-8E80-1D55-1681-45FCF7CA41FF}"/>
              </a:ext>
            </a:extLst>
          </p:cNvPr>
          <p:cNvSpPr txBox="1"/>
          <p:nvPr/>
        </p:nvSpPr>
        <p:spPr>
          <a:xfrm>
            <a:off x="7423055" y="239040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42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3F118A48-0202-7104-1B31-419B9A5665B9}"/>
              </a:ext>
            </a:extLst>
          </p:cNvPr>
          <p:cNvSpPr txBox="1"/>
          <p:nvPr/>
        </p:nvSpPr>
        <p:spPr>
          <a:xfrm>
            <a:off x="7496207" y="2715768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Parte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da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mercoledì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perché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non ci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siamo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mai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visti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. “Mi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scrivi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da due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giorni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e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ti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capisco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così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tanto?”</a:t>
            </a:r>
            <a:endParaRPr lang="en-US" sz="16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A7C3E477-07F4-A293-C81E-4E991C155DC7}"/>
              </a:ext>
            </a:extLst>
          </p:cNvPr>
          <p:cNvSpPr txBox="1"/>
          <p:nvPr/>
        </p:nvSpPr>
        <p:spPr>
          <a:xfrm>
            <a:off x="7267607" y="390265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studentessa del Liceo Virgilio · intervista 1</a:t>
            </a:r>
            <a:endParaRPr lang="en-US" sz="110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8BA7EF0F-D256-53F3-C664-0CE8F59589D0}"/>
              </a:ext>
            </a:extLst>
          </p:cNvPr>
          <p:cNvSpPr/>
          <p:nvPr/>
        </p:nvSpPr>
        <p:spPr>
          <a:xfrm>
            <a:off x="7084727" y="4754880"/>
            <a:ext cx="4526280" cy="1481328"/>
          </a:xfrm>
          <a:prstGeom prst="roundRect">
            <a:avLst>
              <a:gd name="adj" fmla="val 6173"/>
            </a:avLst>
          </a:prstGeom>
          <a:noFill/>
          <a:ln w="15875">
            <a:solidFill>
              <a:srgbClr val="2C5ED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5515237A-2762-0DCD-7496-641CADEA1C53}"/>
              </a:ext>
            </a:extLst>
          </p:cNvPr>
          <p:cNvSpPr txBox="1"/>
          <p:nvPr/>
        </p:nvSpPr>
        <p:spPr>
          <a:xfrm>
            <a:off x="7804089" y="4903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spunto per il design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A6B3F5D6-CC79-9990-7F6C-F140175D674A}"/>
              </a:ext>
            </a:extLst>
          </p:cNvPr>
          <p:cNvSpPr txBox="1"/>
          <p:nvPr/>
        </p:nvSpPr>
        <p:spPr>
          <a:xfrm>
            <a:off x="7267607" y="523036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dirty="0">
                <a:ea typeface="+mn-lt" pitchFamily="34" charset="-122"/>
                <a:cs typeface="+mn-lt" pitchFamily="34" charset="-120"/>
              </a:rPr>
              <a:t>un training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che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mostri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l'escalation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tipica (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lusinga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segretezza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cambio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di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piattaforma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richiesta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).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Approfondire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casi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con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persone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«semi-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conosciute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».</a:t>
            </a:r>
            <a:endParaRPr lang="en-US" sz="1150" dirty="0"/>
          </a:p>
        </p:txBody>
      </p:sp>
      <p:pic>
        <p:nvPicPr>
          <p:cNvPr id="73" name="Elemento grafico 72">
            <a:extLst>
              <a:ext uri="{FF2B5EF4-FFF2-40B4-BE49-F238E27FC236}">
                <a16:creationId xmlns:a16="http://schemas.microsoft.com/office/drawing/2014/main" id="{84EFEEB1-30D2-7B22-39E0-C3168AFA31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4143" y="4325532"/>
            <a:ext cx="1024128" cy="102412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0D4CD398-CED4-77D1-3AF2-C71511BC1068}"/>
              </a:ext>
            </a:extLst>
          </p:cNvPr>
          <p:cNvSpPr txBox="1"/>
          <p:nvPr/>
        </p:nvSpPr>
        <p:spPr>
          <a:xfrm>
            <a:off x="958565" y="731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200" b="1" kern="0" spc="-200" dirty="0">
                <a:solidFill>
                  <a:srgbClr val="FF453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5200" dirty="0"/>
          </a:p>
        </p:txBody>
      </p:sp>
      <p:pic>
        <p:nvPicPr>
          <p:cNvPr id="13" name="Image 0" descr="/home/claude/work/build/assets/d43.png">
            <a:extLst>
              <a:ext uri="{FF2B5EF4-FFF2-40B4-BE49-F238E27FC236}">
                <a16:creationId xmlns:a16="http://schemas.microsoft.com/office/drawing/2014/main" id="{D9DE0A3C-88F5-D72A-1281-58C84449E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58" y="492782"/>
            <a:ext cx="1783080" cy="109728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82B2CD3F-3375-908B-7515-BD09C6936DCF}"/>
              </a:ext>
            </a:extLst>
          </p:cNvPr>
          <p:cNvSpPr txBox="1"/>
          <p:nvPr/>
        </p:nvSpPr>
        <p:spPr>
          <a:xfrm>
            <a:off x="876352" y="5157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solidità dell'evidenza</a:t>
            </a:r>
            <a:endParaRPr lang="en-US" sz="95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9137643D-57C6-D74D-C6AE-F73B1FFA0439}"/>
              </a:ext>
            </a:extLst>
          </p:cNvPr>
          <p:cNvSpPr/>
          <p:nvPr/>
        </p:nvSpPr>
        <p:spPr>
          <a:xfrm>
            <a:off x="876352" y="544982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82BC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C4BB6D82-61E7-6161-8A26-835F4BBA9D2C}"/>
              </a:ext>
            </a:extLst>
          </p:cNvPr>
          <p:cNvSpPr/>
          <p:nvPr/>
        </p:nvSpPr>
        <p:spPr>
          <a:xfrm>
            <a:off x="1260400" y="544982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82BC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4E3411BA-CD99-327C-5811-32076A11B4C1}"/>
              </a:ext>
            </a:extLst>
          </p:cNvPr>
          <p:cNvSpPr/>
          <p:nvPr/>
        </p:nvSpPr>
        <p:spPr>
          <a:xfrm>
            <a:off x="1644448" y="544982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E3E3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B0DD9561-D715-78C6-F976-74E650D0DDA9}"/>
              </a:ext>
            </a:extLst>
          </p:cNvPr>
          <p:cNvSpPr/>
          <p:nvPr/>
        </p:nvSpPr>
        <p:spPr>
          <a:xfrm>
            <a:off x="2028496" y="544982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E3E3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A931A0AB-79A5-E939-2EBF-E83019CCBEEE}"/>
              </a:ext>
            </a:extLst>
          </p:cNvPr>
          <p:cNvSpPr txBox="1"/>
          <p:nvPr/>
        </p:nvSpPr>
        <p:spPr>
          <a:xfrm>
            <a:off x="2567992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bassa-media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·  5 studentesse, in gruppo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749881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DA1E-0512-0438-A0D3-F9D021A0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magine 35">
            <a:extLst>
              <a:ext uri="{FF2B5EF4-FFF2-40B4-BE49-F238E27FC236}">
                <a16:creationId xmlns:a16="http://schemas.microsoft.com/office/drawing/2014/main" id="{AEC92704-13F0-4359-177F-798D505C4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107" y="3429000"/>
            <a:ext cx="861060" cy="861060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ED1B9743-E9F7-DC72-4DB6-56289DE41EC7}"/>
              </a:ext>
            </a:extLst>
          </p:cNvPr>
          <p:cNvSpPr/>
          <p:nvPr/>
        </p:nvSpPr>
        <p:spPr>
          <a:xfrm>
            <a:off x="265141" y="-15658"/>
            <a:ext cx="310896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6A442035-5AE2-5A0E-9980-0A49B2399BE3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25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80E239-3238-C5ED-130B-8D83A20C32CE}"/>
              </a:ext>
            </a:extLst>
          </p:cNvPr>
          <p:cNvSpPr txBox="1"/>
          <p:nvPr/>
        </p:nvSpPr>
        <p:spPr>
          <a:xfrm>
            <a:off x="835121" y="5832850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AC1535A-731D-C465-C610-42AB59A602DF}"/>
              </a:ext>
            </a:extLst>
          </p:cNvPr>
          <p:cNvSpPr txBox="1"/>
          <p:nvPr/>
        </p:nvSpPr>
        <p:spPr>
          <a:xfrm>
            <a:off x="1072865" y="717605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2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5200" dirty="0">
              <a:solidFill>
                <a:schemeClr val="tx2"/>
              </a:solidFill>
            </a:endParaRPr>
          </a:p>
        </p:txBody>
      </p:sp>
      <p:pic>
        <p:nvPicPr>
          <p:cNvPr id="3" name="Image 0" descr="/home/claude/work/build/assets/d40.png">
            <a:extLst>
              <a:ext uri="{FF2B5EF4-FFF2-40B4-BE49-F238E27FC236}">
                <a16:creationId xmlns:a16="http://schemas.microsoft.com/office/drawing/2014/main" id="{CF1A655D-281D-EBEC-DD32-BBC5CA51C5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976" y="493577"/>
            <a:ext cx="1783080" cy="109728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86F574B8-08A8-4A4A-E75E-643DA0531C3A}"/>
              </a:ext>
            </a:extLst>
          </p:cNvPr>
          <p:cNvSpPr txBox="1"/>
          <p:nvPr/>
        </p:nvSpPr>
        <p:spPr>
          <a:xfrm>
            <a:off x="835121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chiedere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aiuto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: a chi, e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perché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no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970FF6F-A05C-ACD2-6F30-365F11ADD024}"/>
              </a:ext>
            </a:extLst>
          </p:cNvPr>
          <p:cNvSpPr txBox="1"/>
          <p:nvPr/>
        </p:nvSpPr>
        <p:spPr>
          <a:xfrm>
            <a:off x="835121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 è emerso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C9B87FB-C7D5-A887-FFB9-7BEA530D7084}"/>
              </a:ext>
            </a:extLst>
          </p:cNvPr>
          <p:cNvSpPr txBox="1"/>
          <p:nvPr/>
        </p:nvSpPr>
        <p:spPr>
          <a:xfrm>
            <a:off x="835121" y="3474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ea typeface="+mn-lt" pitchFamily="34" charset="-122"/>
                <a:cs typeface="+mn-lt" pitchFamily="34" charset="-120"/>
              </a:rPr>
              <a:t>Il primo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confidente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è un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amico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; quasi 1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su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5 non ne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parlerebbe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con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nessuno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Genitori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docenti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sono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scelti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raramente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: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pesano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vergogna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paura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di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punizioni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 Per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informarsi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usano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Google e IA, ma per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confidarsi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vogliono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«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una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persona vera».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CB7BD7F-FC0F-444F-A4F9-EEDC243BA42E}"/>
              </a:ext>
            </a:extLst>
          </p:cNvPr>
          <p:cNvSpPr txBox="1"/>
          <p:nvPr/>
        </p:nvSpPr>
        <p:spPr>
          <a:xfrm>
            <a:off x="876352" y="5202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solidità dell'evidenza</a:t>
            </a:r>
            <a:endParaRPr lang="en-US" sz="9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60793A1-B406-69C9-1443-3CAF2BA76F7D}"/>
              </a:ext>
            </a:extLst>
          </p:cNvPr>
          <p:cNvSpPr/>
          <p:nvPr/>
        </p:nvSpPr>
        <p:spPr>
          <a:xfrm>
            <a:off x="876352" y="54955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D7625F9D-7474-BE58-5ABC-48CE51D5109F}"/>
              </a:ext>
            </a:extLst>
          </p:cNvPr>
          <p:cNvSpPr/>
          <p:nvPr/>
        </p:nvSpPr>
        <p:spPr>
          <a:xfrm>
            <a:off x="1260400" y="54955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F5F874E-D622-3425-26D4-A09F22C6D6BA}"/>
              </a:ext>
            </a:extLst>
          </p:cNvPr>
          <p:cNvSpPr/>
          <p:nvPr/>
        </p:nvSpPr>
        <p:spPr>
          <a:xfrm>
            <a:off x="1644448" y="54955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4D55B67A-40CB-7B10-18F5-D77D9D7FA5C0}"/>
              </a:ext>
            </a:extLst>
          </p:cNvPr>
          <p:cNvSpPr/>
          <p:nvPr/>
        </p:nvSpPr>
        <p:spPr>
          <a:xfrm>
            <a:off x="2028496" y="549554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1700E8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34C51BD-E6FB-3AAD-37AF-016CAECCF441}"/>
              </a:ext>
            </a:extLst>
          </p:cNvPr>
          <p:cNvSpPr txBox="1"/>
          <p:nvPr/>
        </p:nvSpPr>
        <p:spPr>
          <a:xfrm>
            <a:off x="2567992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 err="1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alta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·  </a:t>
            </a:r>
            <a:r>
              <a:rPr lang="en-US" sz="1250" dirty="0" err="1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tre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250" dirty="0" err="1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fonti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250" dirty="0" err="1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concordano</a:t>
            </a:r>
            <a:endParaRPr lang="en-US" sz="12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82E2C4F3-C2D2-5E37-E3DF-59CDA55ED24C}"/>
              </a:ext>
            </a:extLst>
          </p:cNvPr>
          <p:cNvSpPr txBox="1"/>
          <p:nvPr/>
        </p:nvSpPr>
        <p:spPr>
          <a:xfrm>
            <a:off x="7248837" y="788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dall'intervista · 9 ottobre</a:t>
            </a:r>
            <a:endParaRPr lang="en-US" sz="10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2A85C427-FFF8-A642-FD99-22E3474EF64B}"/>
              </a:ext>
            </a:extLst>
          </p:cNvPr>
          <p:cNvSpPr/>
          <p:nvPr/>
        </p:nvSpPr>
        <p:spPr>
          <a:xfrm>
            <a:off x="7221887" y="1097280"/>
            <a:ext cx="3794760" cy="749808"/>
          </a:xfrm>
          <a:prstGeom prst="roundRect">
            <a:avLst>
              <a:gd name="adj" fmla="val 21951"/>
            </a:avLst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8EBF1941-A4AE-0070-7DC4-9834A0061181}"/>
              </a:ext>
            </a:extLst>
          </p:cNvPr>
          <p:cNvSpPr/>
          <p:nvPr/>
        </p:nvSpPr>
        <p:spPr>
          <a:xfrm>
            <a:off x="10925207" y="1572768"/>
            <a:ext cx="274320" cy="274320"/>
          </a:xfrm>
          <a:prstGeom prst="rtTriangle">
            <a:avLst/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6486D9D9-F599-2FDF-04DC-C8E098F2A68D}"/>
              </a:ext>
            </a:extLst>
          </p:cNvPr>
          <p:cNvSpPr txBox="1"/>
          <p:nvPr/>
        </p:nvSpPr>
        <p:spPr>
          <a:xfrm>
            <a:off x="7404767" y="10972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Secondo lei,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una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delle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difficoltà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maggiori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per chi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vive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queste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situazioni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è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chiedere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aiuto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</a:t>
            </a:r>
            <a:endParaRPr lang="en-US" sz="125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6E87EC75-11F4-FFCE-65F8-57AF5611323E}"/>
              </a:ext>
            </a:extLst>
          </p:cNvPr>
          <p:cNvSpPr/>
          <p:nvPr/>
        </p:nvSpPr>
        <p:spPr>
          <a:xfrm>
            <a:off x="7084727" y="4754880"/>
            <a:ext cx="4526280" cy="1481328"/>
          </a:xfrm>
          <a:prstGeom prst="roundRect">
            <a:avLst>
              <a:gd name="adj" fmla="val 6173"/>
            </a:avLst>
          </a:prstGeom>
          <a:noFill/>
          <a:ln w="15875">
            <a:solidFill>
              <a:srgbClr val="2C5ED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61356C1F-1C92-9A2E-E9DB-3A0A94613C5E}"/>
              </a:ext>
            </a:extLst>
          </p:cNvPr>
          <p:cNvSpPr txBox="1"/>
          <p:nvPr/>
        </p:nvSpPr>
        <p:spPr>
          <a:xfrm>
            <a:off x="7804089" y="4903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spunto per il design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9D628965-D490-38B9-35EE-87399E1A94E2}"/>
              </a:ext>
            </a:extLst>
          </p:cNvPr>
          <p:cNvSpPr txBox="1"/>
          <p:nvPr/>
        </p:nvSpPr>
        <p:spPr>
          <a:xfrm>
            <a:off x="7267607" y="523036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dirty="0" err="1">
                <a:ea typeface="+mn-lt" pitchFamily="34" charset="-122"/>
                <a:cs typeface="+mn-lt" pitchFamily="34" charset="-120"/>
              </a:rPr>
              <a:t>gli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amici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sono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il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canale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principale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quindi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preparare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anche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chi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riceve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la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confidenza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(«come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aiutare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un'amica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»).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Percorsi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di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aiuto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graduali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che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non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obblighino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a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coinvolgere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subito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genitori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.</a:t>
            </a:r>
            <a:endParaRPr lang="en-US" sz="1150" dirty="0"/>
          </a:p>
        </p:txBody>
      </p:sp>
      <p:pic>
        <p:nvPicPr>
          <p:cNvPr id="73" name="Elemento grafico 72">
            <a:extLst>
              <a:ext uri="{FF2B5EF4-FFF2-40B4-BE49-F238E27FC236}">
                <a16:creationId xmlns:a16="http://schemas.microsoft.com/office/drawing/2014/main" id="{FB1F4F9F-6DF0-FBD2-824B-C79CE6511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7567" y="4327672"/>
            <a:ext cx="1024128" cy="1024128"/>
          </a:xfrm>
          <a:prstGeom prst="rect">
            <a:avLst/>
          </a:prstGeom>
        </p:spPr>
      </p:pic>
      <p:sp>
        <p:nvSpPr>
          <p:cNvPr id="7" name="Shape 19">
            <a:extLst>
              <a:ext uri="{FF2B5EF4-FFF2-40B4-BE49-F238E27FC236}">
                <a16:creationId xmlns:a16="http://schemas.microsoft.com/office/drawing/2014/main" id="{2C06D12B-922E-4EA3-8FA7-37643F34D7B7}"/>
              </a:ext>
            </a:extLst>
          </p:cNvPr>
          <p:cNvSpPr/>
          <p:nvPr/>
        </p:nvSpPr>
        <p:spPr>
          <a:xfrm>
            <a:off x="7221887" y="2356395"/>
            <a:ext cx="4160520" cy="1755648"/>
          </a:xfrm>
          <a:prstGeom prst="roundRect">
            <a:avLst>
              <a:gd name="adj" fmla="val 9375"/>
            </a:avLst>
          </a:prstGeom>
          <a:solidFill>
            <a:srgbClr val="EDF6E1"/>
          </a:solidFill>
          <a:ln w="12700">
            <a:solidFill>
              <a:srgbClr val="EDF6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44898B8D-EAAA-9C5E-42AD-A6A2D83D1FBE}"/>
              </a:ext>
            </a:extLst>
          </p:cNvPr>
          <p:cNvSpPr txBox="1"/>
          <p:nvPr/>
        </p:nvSpPr>
        <p:spPr>
          <a:xfrm>
            <a:off x="7423055" y="25106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2BC2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42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9F0CF649-E229-0C2A-6407-5D43D471B1DA}"/>
              </a:ext>
            </a:extLst>
          </p:cNvPr>
          <p:cNvSpPr txBox="1"/>
          <p:nvPr/>
        </p:nvSpPr>
        <p:spPr>
          <a:xfrm>
            <a:off x="7496207" y="2859315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Sì, perché lì subentra una sensazione di vergogna, di essere sbagliati, che non ti permette di comunicare agli altri il tuo problema.</a:t>
            </a:r>
            <a:endParaRPr lang="en-US" sz="160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F19CC72C-F98A-35FA-1E9F-C03DE92AC5EF}"/>
              </a:ext>
            </a:extLst>
          </p:cNvPr>
          <p:cNvSpPr txBox="1"/>
          <p:nvPr/>
        </p:nvSpPr>
        <p:spPr>
          <a:xfrm>
            <a:off x="7301169" y="418120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docente di matematica e fisica · intervista 2</a:t>
            </a:r>
            <a:endParaRPr lang="en-US" sz="11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05DC3DD5-93EE-D13B-5D56-853C8C4780FD}"/>
              </a:ext>
            </a:extLst>
          </p:cNvPr>
          <p:cNvSpPr/>
          <p:nvPr/>
        </p:nvSpPr>
        <p:spPr>
          <a:xfrm flipH="1">
            <a:off x="7039007" y="3837723"/>
            <a:ext cx="274320" cy="274320"/>
          </a:xfrm>
          <a:prstGeom prst="rtTriangle">
            <a:avLst/>
          </a:prstGeom>
          <a:solidFill>
            <a:srgbClr val="EDF6E1"/>
          </a:solidFill>
          <a:ln w="12700">
            <a:solidFill>
              <a:srgbClr val="EDF6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0220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6434-A4DC-0BA6-1F3F-470F2465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magine 35">
            <a:extLst>
              <a:ext uri="{FF2B5EF4-FFF2-40B4-BE49-F238E27FC236}">
                <a16:creationId xmlns:a16="http://schemas.microsoft.com/office/drawing/2014/main" id="{8839E1D2-E4FF-4765-49DA-A90925416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107" y="3429000"/>
            <a:ext cx="861060" cy="861060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5D77BD5D-AE45-7455-0244-8D6D93FB9D31}"/>
              </a:ext>
            </a:extLst>
          </p:cNvPr>
          <p:cNvSpPr/>
          <p:nvPr/>
        </p:nvSpPr>
        <p:spPr>
          <a:xfrm>
            <a:off x="1" y="-15658"/>
            <a:ext cx="576036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8C608545-F122-5632-5BD2-C6B355314EF9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26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E7E0E8-4649-3F03-4307-27A7153A5860}"/>
              </a:ext>
            </a:extLst>
          </p:cNvPr>
          <p:cNvSpPr txBox="1"/>
          <p:nvPr/>
        </p:nvSpPr>
        <p:spPr>
          <a:xfrm>
            <a:off x="835121" y="5833872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387D2AA-1A3C-AF4F-6FB1-366DD861CBDB}"/>
              </a:ext>
            </a:extLst>
          </p:cNvPr>
          <p:cNvSpPr txBox="1"/>
          <p:nvPr/>
        </p:nvSpPr>
        <p:spPr>
          <a:xfrm>
            <a:off x="1072865" y="717605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200" b="1" kern="0" spc="-200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5200" dirty="0">
              <a:solidFill>
                <a:srgbClr val="E71224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470E59-6464-3AA6-D296-EDFE3C4E2E3E}"/>
              </a:ext>
            </a:extLst>
          </p:cNvPr>
          <p:cNvSpPr txBox="1"/>
          <p:nvPr/>
        </p:nvSpPr>
        <p:spPr>
          <a:xfrm>
            <a:off x="835121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prevenzione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e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ruolo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della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scuola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3EFF3D3-21B4-65BE-2D19-932343CF9B79}"/>
              </a:ext>
            </a:extLst>
          </p:cNvPr>
          <p:cNvSpPr txBox="1"/>
          <p:nvPr/>
        </p:nvSpPr>
        <p:spPr>
          <a:xfrm>
            <a:off x="835121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 è emerso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DC45C25-7B23-8CA2-17A2-804CC43C2D4E}"/>
              </a:ext>
            </a:extLst>
          </p:cNvPr>
          <p:cNvSpPr txBox="1"/>
          <p:nvPr/>
        </p:nvSpPr>
        <p:spPr>
          <a:xfrm>
            <a:off x="835121" y="3474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ea typeface="+mn-lt" pitchFamily="34" charset="-122"/>
                <a:cs typeface="+mn-lt" pitchFamily="34" charset="-120"/>
              </a:rPr>
              <a:t>Quasi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nessuno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ricorda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attività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di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prevenzione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, se non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conferenze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sul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cyberbullismo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 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scuola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la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regolamentazione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sull'IA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è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appena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iniziata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mancano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spazi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di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confronto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tra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studenti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e il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telefono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è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vietato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8A3045F2-BC20-DC9F-BE4F-DC2C2C8C210A}"/>
              </a:ext>
            </a:extLst>
          </p:cNvPr>
          <p:cNvSpPr txBox="1"/>
          <p:nvPr/>
        </p:nvSpPr>
        <p:spPr>
          <a:xfrm>
            <a:off x="7248837" y="788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dall'intervista · 9 ottobre</a:t>
            </a:r>
            <a:endParaRPr lang="en-US" sz="10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1B0A2507-A4DC-202B-97F0-33600C05DD5B}"/>
              </a:ext>
            </a:extLst>
          </p:cNvPr>
          <p:cNvSpPr/>
          <p:nvPr/>
        </p:nvSpPr>
        <p:spPr>
          <a:xfrm>
            <a:off x="7221887" y="1097280"/>
            <a:ext cx="3794760" cy="749808"/>
          </a:xfrm>
          <a:prstGeom prst="roundRect">
            <a:avLst>
              <a:gd name="adj" fmla="val 21951"/>
            </a:avLst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06232D8E-7608-CBC9-1316-8582E9C3965A}"/>
              </a:ext>
            </a:extLst>
          </p:cNvPr>
          <p:cNvSpPr/>
          <p:nvPr/>
        </p:nvSpPr>
        <p:spPr>
          <a:xfrm>
            <a:off x="10925207" y="1572768"/>
            <a:ext cx="274320" cy="274320"/>
          </a:xfrm>
          <a:prstGeom prst="rtTriangle">
            <a:avLst/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305C11F-802A-20E0-9494-A78E15A449A0}"/>
              </a:ext>
            </a:extLst>
          </p:cNvPr>
          <p:cNvSpPr txBox="1"/>
          <p:nvPr/>
        </p:nvSpPr>
        <p:spPr>
          <a:xfrm>
            <a:off x="7404767" y="10972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Come prima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cosa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: la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scuola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fa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attività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di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prevenzione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 Se ne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parla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</a:t>
            </a:r>
            <a:endParaRPr lang="en-US" sz="125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0011E28A-7688-1CBC-EFDA-82C3DB9EE8B1}"/>
              </a:ext>
            </a:extLst>
          </p:cNvPr>
          <p:cNvSpPr/>
          <p:nvPr/>
        </p:nvSpPr>
        <p:spPr>
          <a:xfrm>
            <a:off x="7084727" y="4754880"/>
            <a:ext cx="4526280" cy="1481328"/>
          </a:xfrm>
          <a:prstGeom prst="roundRect">
            <a:avLst>
              <a:gd name="adj" fmla="val 6173"/>
            </a:avLst>
          </a:prstGeom>
          <a:noFill/>
          <a:ln w="15875">
            <a:solidFill>
              <a:srgbClr val="2C5ED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6D08FE3A-F2D1-2619-4C9F-8DB4B2EDFA52}"/>
              </a:ext>
            </a:extLst>
          </p:cNvPr>
          <p:cNvSpPr txBox="1"/>
          <p:nvPr/>
        </p:nvSpPr>
        <p:spPr>
          <a:xfrm>
            <a:off x="7804089" y="4903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spunto per il design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AAF8B525-872E-11E0-621D-F2988E4C5C4A}"/>
              </a:ext>
            </a:extLst>
          </p:cNvPr>
          <p:cNvSpPr txBox="1"/>
          <p:nvPr/>
        </p:nvSpPr>
        <p:spPr>
          <a:xfrm>
            <a:off x="7267607" y="523036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dirty="0">
                <a:ea typeface="+mn-lt" pitchFamily="34" charset="-122"/>
                <a:cs typeface="+mn-lt" pitchFamily="34" charset="-120"/>
              </a:rPr>
              <a:t>con il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divieto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del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telefono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a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scuola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lo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strumento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va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pensato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per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l'uso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fuori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dall'orario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scolastico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(o con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dispositivi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della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scuola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).</a:t>
            </a:r>
            <a:endParaRPr lang="en-US" sz="1150" dirty="0"/>
          </a:p>
        </p:txBody>
      </p:sp>
      <p:pic>
        <p:nvPicPr>
          <p:cNvPr id="73" name="Elemento grafico 72">
            <a:extLst>
              <a:ext uri="{FF2B5EF4-FFF2-40B4-BE49-F238E27FC236}">
                <a16:creationId xmlns:a16="http://schemas.microsoft.com/office/drawing/2014/main" id="{D5004790-40CA-3A55-BB86-8B6DAFF2E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7567" y="4327672"/>
            <a:ext cx="1024128" cy="1024128"/>
          </a:xfrm>
          <a:prstGeom prst="rect">
            <a:avLst/>
          </a:prstGeom>
        </p:spPr>
      </p:pic>
      <p:sp>
        <p:nvSpPr>
          <p:cNvPr id="7" name="Shape 19">
            <a:extLst>
              <a:ext uri="{FF2B5EF4-FFF2-40B4-BE49-F238E27FC236}">
                <a16:creationId xmlns:a16="http://schemas.microsoft.com/office/drawing/2014/main" id="{1277F016-281D-199C-C544-238470B714DC}"/>
              </a:ext>
            </a:extLst>
          </p:cNvPr>
          <p:cNvSpPr/>
          <p:nvPr/>
        </p:nvSpPr>
        <p:spPr>
          <a:xfrm>
            <a:off x="7221887" y="2356395"/>
            <a:ext cx="4160520" cy="1755648"/>
          </a:xfrm>
          <a:prstGeom prst="roundRect">
            <a:avLst>
              <a:gd name="adj" fmla="val 9375"/>
            </a:avLst>
          </a:prstGeom>
          <a:solidFill>
            <a:srgbClr val="EDF6E1"/>
          </a:solidFill>
          <a:ln w="12700">
            <a:solidFill>
              <a:srgbClr val="EDF6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BE69A46B-8988-A74D-1C4D-53B048824710}"/>
              </a:ext>
            </a:extLst>
          </p:cNvPr>
          <p:cNvSpPr txBox="1"/>
          <p:nvPr/>
        </p:nvSpPr>
        <p:spPr>
          <a:xfrm>
            <a:off x="7423055" y="25106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2BC2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42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8E9ED293-5897-B407-3F6E-1B4FA85B9F5F}"/>
              </a:ext>
            </a:extLst>
          </p:cNvPr>
          <p:cNvSpPr txBox="1"/>
          <p:nvPr/>
        </p:nvSpPr>
        <p:spPr>
          <a:xfrm>
            <a:off x="7496207" y="2859315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i="1" dirty="0">
                <a:ea typeface="+mn-lt" pitchFamily="34" charset="-122"/>
                <a:cs typeface="+mn-lt" pitchFamily="34" charset="-120"/>
              </a:rPr>
              <a:t>Proprio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quest'anno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con la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dirigente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nuova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abbiamo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avuto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un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atto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di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indirizzo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[…] da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quest'anno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se ne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sta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iniziando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parlare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in maniera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più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seria.</a:t>
            </a:r>
            <a:endParaRPr lang="en-US" sz="160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A975EFC5-1E00-ADB7-EA1F-09F3D46A4FF6}"/>
              </a:ext>
            </a:extLst>
          </p:cNvPr>
          <p:cNvSpPr txBox="1"/>
          <p:nvPr/>
        </p:nvSpPr>
        <p:spPr>
          <a:xfrm>
            <a:off x="7301169" y="418120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docente di matematica e fisica · intervista 2</a:t>
            </a:r>
            <a:endParaRPr lang="en-US" sz="11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2B624957-0892-265F-3A01-71FD52663954}"/>
              </a:ext>
            </a:extLst>
          </p:cNvPr>
          <p:cNvSpPr/>
          <p:nvPr/>
        </p:nvSpPr>
        <p:spPr>
          <a:xfrm flipH="1">
            <a:off x="7039007" y="3837723"/>
            <a:ext cx="274320" cy="274320"/>
          </a:xfrm>
          <a:prstGeom prst="rtTriangle">
            <a:avLst/>
          </a:prstGeom>
          <a:solidFill>
            <a:srgbClr val="EDF6E1"/>
          </a:solidFill>
          <a:ln w="12700">
            <a:solidFill>
              <a:srgbClr val="EDF6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/home/claude/work/build/assets/d43.png">
            <a:extLst>
              <a:ext uri="{FF2B5EF4-FFF2-40B4-BE49-F238E27FC236}">
                <a16:creationId xmlns:a16="http://schemas.microsoft.com/office/drawing/2014/main" id="{CE2E723C-07A3-6F74-350A-76A1DF50F4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58" y="492782"/>
            <a:ext cx="1783080" cy="1097280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3C7A766D-919F-EB3F-158F-1886E1326741}"/>
              </a:ext>
            </a:extLst>
          </p:cNvPr>
          <p:cNvSpPr txBox="1"/>
          <p:nvPr/>
        </p:nvSpPr>
        <p:spPr>
          <a:xfrm>
            <a:off x="876352" y="535026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solidità dell'evidenza</a:t>
            </a:r>
            <a:endParaRPr lang="en-US" sz="95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F5DBEC62-0D4E-E03E-234E-8975B0395229}"/>
              </a:ext>
            </a:extLst>
          </p:cNvPr>
          <p:cNvSpPr/>
          <p:nvPr/>
        </p:nvSpPr>
        <p:spPr>
          <a:xfrm>
            <a:off x="876352" y="564287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A0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915BF1A5-F721-B2C2-1A76-48AEB7CBBEC6}"/>
              </a:ext>
            </a:extLst>
          </p:cNvPr>
          <p:cNvSpPr/>
          <p:nvPr/>
        </p:nvSpPr>
        <p:spPr>
          <a:xfrm>
            <a:off x="1260400" y="564287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A0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A90BB9D4-C7C8-5FDA-E988-1C3A41B200F9}"/>
              </a:ext>
            </a:extLst>
          </p:cNvPr>
          <p:cNvSpPr/>
          <p:nvPr/>
        </p:nvSpPr>
        <p:spPr>
          <a:xfrm>
            <a:off x="1644448" y="564287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A0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3CBFB690-BF75-8C78-2A58-3171FEF80F74}"/>
              </a:ext>
            </a:extLst>
          </p:cNvPr>
          <p:cNvSpPr/>
          <p:nvPr/>
        </p:nvSpPr>
        <p:spPr>
          <a:xfrm>
            <a:off x="2028496" y="564287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E3E3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F3D7F5C2-297D-B408-5DA8-455064591D70}"/>
              </a:ext>
            </a:extLst>
          </p:cNvPr>
          <p:cNvSpPr txBox="1"/>
          <p:nvPr/>
        </p:nvSpPr>
        <p:spPr>
          <a:xfrm>
            <a:off x="2567992" y="558800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media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·  </a:t>
            </a:r>
            <a:r>
              <a:rPr lang="en-US" sz="1250" dirty="0">
                <a:latin typeface="+mn-lt" pitchFamily="34" charset="0"/>
                <a:ea typeface="+mn-lt" pitchFamily="34" charset="-122"/>
                <a:cs typeface="+mn-lt" pitchFamily="34" charset="-120"/>
              </a:rPr>
              <a:t>un </a:t>
            </a:r>
            <a:r>
              <a:rPr lang="en-US" sz="125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professore</a:t>
            </a:r>
            <a:r>
              <a:rPr lang="en-US" sz="1250" dirty="0">
                <a:latin typeface="+mn-lt" pitchFamily="34" charset="0"/>
                <a:ea typeface="+mn-lt" pitchFamily="34" charset="-122"/>
                <a:cs typeface="+mn-lt" pitchFamily="34" charset="-120"/>
              </a:rPr>
              <a:t>, </a:t>
            </a:r>
            <a:r>
              <a:rPr lang="en-US" sz="125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una</a:t>
            </a:r>
            <a:r>
              <a:rPr lang="en-US" sz="1250" dirty="0"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r>
              <a:rPr lang="en-US" sz="1250" dirty="0" err="1">
                <a:latin typeface="+mn-lt" pitchFamily="34" charset="0"/>
                <a:ea typeface="+mn-lt" pitchFamily="34" charset="-122"/>
                <a:cs typeface="+mn-lt" pitchFamily="34" charset="-120"/>
              </a:rPr>
              <a:t>scuola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0905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09E2-2AED-5103-2179-7B7CF31E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magine 35">
            <a:extLst>
              <a:ext uri="{FF2B5EF4-FFF2-40B4-BE49-F238E27FC236}">
                <a16:creationId xmlns:a16="http://schemas.microsoft.com/office/drawing/2014/main" id="{D364B3A2-47CA-15C3-678C-5EC99A0CD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107" y="3429000"/>
            <a:ext cx="861060" cy="861060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61318249-4DED-1018-D12C-6D2285D380D5}"/>
              </a:ext>
            </a:extLst>
          </p:cNvPr>
          <p:cNvSpPr/>
          <p:nvPr/>
        </p:nvSpPr>
        <p:spPr>
          <a:xfrm>
            <a:off x="245015" y="-15658"/>
            <a:ext cx="331022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8431703C-2D7C-57B6-27D9-C940B8B119C8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27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E660AD-1617-67E8-BDC5-A0E8D1E45C94}"/>
              </a:ext>
            </a:extLst>
          </p:cNvPr>
          <p:cNvSpPr txBox="1"/>
          <p:nvPr/>
        </p:nvSpPr>
        <p:spPr>
          <a:xfrm>
            <a:off x="793890" y="5774635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5ACA32E-A5EE-97F3-A135-BC72DC099934}"/>
              </a:ext>
            </a:extLst>
          </p:cNvPr>
          <p:cNvSpPr txBox="1"/>
          <p:nvPr/>
        </p:nvSpPr>
        <p:spPr>
          <a:xfrm>
            <a:off x="1072865" y="717605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2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</a:t>
            </a:r>
            <a:endParaRPr lang="en-US" sz="5200" dirty="0">
              <a:solidFill>
                <a:schemeClr val="tx2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CA4300-467D-BBC6-4DA2-347331F473D1}"/>
              </a:ext>
            </a:extLst>
          </p:cNvPr>
          <p:cNvSpPr txBox="1"/>
          <p:nvPr/>
        </p:nvSpPr>
        <p:spPr>
          <a:xfrm>
            <a:off x="835121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l'idea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del forum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anonimo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0270693-9E9B-6F74-6262-E8A146BA1338}"/>
              </a:ext>
            </a:extLst>
          </p:cNvPr>
          <p:cNvSpPr txBox="1"/>
          <p:nvPr/>
        </p:nvSpPr>
        <p:spPr>
          <a:xfrm>
            <a:off x="835121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 è emerso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40B643F-C9E4-56EA-788C-069C1E77299C}"/>
              </a:ext>
            </a:extLst>
          </p:cNvPr>
          <p:cNvSpPr txBox="1"/>
          <p:nvPr/>
        </p:nvSpPr>
        <p:spPr>
          <a:xfrm>
            <a:off x="835121" y="3474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ea typeface="+mn-lt" pitchFamily="34" charset="-122"/>
                <a:cs typeface="+mn-lt" pitchFamily="34" charset="-120"/>
              </a:rPr>
              <a:t>Interesse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condizionato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: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sì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se è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anonimo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e se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è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sicuri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che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gli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altri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siano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chi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dicono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 Il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docente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lo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ritiene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utile per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sentirsi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meno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soli, ma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chiede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supervisione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discreta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protezione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dagli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screenshot e accesso facile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all'aiuto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6A6016B-6D54-3F5C-BB99-0EB8DE129E11}"/>
              </a:ext>
            </a:extLst>
          </p:cNvPr>
          <p:cNvSpPr txBox="1"/>
          <p:nvPr/>
        </p:nvSpPr>
        <p:spPr>
          <a:xfrm>
            <a:off x="7248837" y="788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dall'intervista · 9 ottobre</a:t>
            </a:r>
            <a:endParaRPr lang="en-US" sz="10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602E310F-2086-2937-BD91-FB653E80F63F}"/>
              </a:ext>
            </a:extLst>
          </p:cNvPr>
          <p:cNvSpPr/>
          <p:nvPr/>
        </p:nvSpPr>
        <p:spPr>
          <a:xfrm>
            <a:off x="7221887" y="1097280"/>
            <a:ext cx="3794760" cy="749808"/>
          </a:xfrm>
          <a:prstGeom prst="roundRect">
            <a:avLst>
              <a:gd name="adj" fmla="val 21951"/>
            </a:avLst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43B6F7A2-CEBA-5C28-2C3F-93D27DDD7C0D}"/>
              </a:ext>
            </a:extLst>
          </p:cNvPr>
          <p:cNvSpPr/>
          <p:nvPr/>
        </p:nvSpPr>
        <p:spPr>
          <a:xfrm>
            <a:off x="10925207" y="1572768"/>
            <a:ext cx="274320" cy="274320"/>
          </a:xfrm>
          <a:prstGeom prst="rtTriangle">
            <a:avLst/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CD5B4B64-8203-C6AB-5A58-39652CC24CB4}"/>
              </a:ext>
            </a:extLst>
          </p:cNvPr>
          <p:cNvSpPr txBox="1"/>
          <p:nvPr/>
        </p:nvSpPr>
        <p:spPr>
          <a:xfrm>
            <a:off x="7404767" y="10972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Come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potremmo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dare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anche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in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una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piattaforma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il senso di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vicinanza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che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lei ha con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suoi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studenti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</a:t>
            </a:r>
            <a:endParaRPr lang="en-US" sz="125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C5A0E9E3-5DA0-1C66-132D-7E6D02F47855}"/>
              </a:ext>
            </a:extLst>
          </p:cNvPr>
          <p:cNvSpPr/>
          <p:nvPr/>
        </p:nvSpPr>
        <p:spPr>
          <a:xfrm>
            <a:off x="7084727" y="4754880"/>
            <a:ext cx="4526280" cy="1481328"/>
          </a:xfrm>
          <a:prstGeom prst="roundRect">
            <a:avLst>
              <a:gd name="adj" fmla="val 6173"/>
            </a:avLst>
          </a:prstGeom>
          <a:noFill/>
          <a:ln w="15875">
            <a:solidFill>
              <a:srgbClr val="2C5ED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007F21EB-2869-A7B1-F64A-42E1064F3B40}"/>
              </a:ext>
            </a:extLst>
          </p:cNvPr>
          <p:cNvSpPr txBox="1"/>
          <p:nvPr/>
        </p:nvSpPr>
        <p:spPr>
          <a:xfrm>
            <a:off x="7804089" y="4903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spunto per il design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047EF846-974A-C834-3DCE-35A99FBFA299}"/>
              </a:ext>
            </a:extLst>
          </p:cNvPr>
          <p:cNvSpPr txBox="1"/>
          <p:nvPr/>
        </p:nvSpPr>
        <p:spPr>
          <a:xfrm>
            <a:off x="7267607" y="523036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dirty="0" err="1">
                <a:ea typeface="+mn-lt" pitchFamily="34" charset="-122"/>
                <a:cs typeface="+mn-lt" pitchFamily="34" charset="-120"/>
              </a:rPr>
              <a:t>Tensione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da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risolvere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: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anonimato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vs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autenticità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vs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supervisione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. Da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verificare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se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ragazzi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leggerebbero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le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esperienze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altrui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anche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senza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scriverne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.</a:t>
            </a:r>
            <a:endParaRPr lang="en-US" sz="1150" dirty="0"/>
          </a:p>
        </p:txBody>
      </p:sp>
      <p:pic>
        <p:nvPicPr>
          <p:cNvPr id="73" name="Elemento grafico 72">
            <a:extLst>
              <a:ext uri="{FF2B5EF4-FFF2-40B4-BE49-F238E27FC236}">
                <a16:creationId xmlns:a16="http://schemas.microsoft.com/office/drawing/2014/main" id="{AEFE20E2-F0A2-9520-7E75-87C75DBFBF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7567" y="4327672"/>
            <a:ext cx="1024128" cy="1024128"/>
          </a:xfrm>
          <a:prstGeom prst="rect">
            <a:avLst/>
          </a:prstGeom>
        </p:spPr>
      </p:pic>
      <p:sp>
        <p:nvSpPr>
          <p:cNvPr id="7" name="Shape 19">
            <a:extLst>
              <a:ext uri="{FF2B5EF4-FFF2-40B4-BE49-F238E27FC236}">
                <a16:creationId xmlns:a16="http://schemas.microsoft.com/office/drawing/2014/main" id="{770EC9F0-99DB-D3B8-EC17-4AF76BD0158E}"/>
              </a:ext>
            </a:extLst>
          </p:cNvPr>
          <p:cNvSpPr/>
          <p:nvPr/>
        </p:nvSpPr>
        <p:spPr>
          <a:xfrm>
            <a:off x="7221887" y="2356395"/>
            <a:ext cx="4160520" cy="1755648"/>
          </a:xfrm>
          <a:prstGeom prst="roundRect">
            <a:avLst>
              <a:gd name="adj" fmla="val 9375"/>
            </a:avLst>
          </a:prstGeom>
          <a:solidFill>
            <a:srgbClr val="EDF6E1"/>
          </a:solidFill>
          <a:ln w="12700">
            <a:solidFill>
              <a:srgbClr val="EDF6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65DA93C6-B5B2-A0A9-0416-884282B4789C}"/>
              </a:ext>
            </a:extLst>
          </p:cNvPr>
          <p:cNvSpPr txBox="1"/>
          <p:nvPr/>
        </p:nvSpPr>
        <p:spPr>
          <a:xfrm>
            <a:off x="7423055" y="25106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2BC2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42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1C574A58-8CDB-E309-F128-32B98726B36C}"/>
              </a:ext>
            </a:extLst>
          </p:cNvPr>
          <p:cNvSpPr txBox="1"/>
          <p:nvPr/>
        </p:nvSpPr>
        <p:spPr>
          <a:xfrm>
            <a:off x="7496207" y="2859315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i="1" dirty="0">
                <a:ea typeface="+mn-lt" pitchFamily="34" charset="-122"/>
                <a:cs typeface="+mn-lt" pitchFamily="34" charset="-120"/>
              </a:rPr>
              <a:t>Nel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momento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in cui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ragazzi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riescono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confrontarsi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tra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di loro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senti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sicuramente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la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vicinanza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degli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altri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[…] e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quindi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ti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senti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già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meno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solo.</a:t>
            </a:r>
            <a:endParaRPr lang="en-US" sz="160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3AA8AE51-002B-5024-CBE5-AC3EFC71E058}"/>
              </a:ext>
            </a:extLst>
          </p:cNvPr>
          <p:cNvSpPr txBox="1"/>
          <p:nvPr/>
        </p:nvSpPr>
        <p:spPr>
          <a:xfrm>
            <a:off x="7301169" y="418120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docente di matematica e fisica · intervista 2</a:t>
            </a:r>
            <a:endParaRPr lang="en-US" sz="11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D725BBF9-0D2D-1B1F-253B-0F56280D8533}"/>
              </a:ext>
            </a:extLst>
          </p:cNvPr>
          <p:cNvSpPr/>
          <p:nvPr/>
        </p:nvSpPr>
        <p:spPr>
          <a:xfrm flipH="1">
            <a:off x="7039007" y="3837723"/>
            <a:ext cx="274320" cy="274320"/>
          </a:xfrm>
          <a:prstGeom prst="rtTriangle">
            <a:avLst/>
          </a:prstGeom>
          <a:solidFill>
            <a:srgbClr val="EDF6E1"/>
          </a:solidFill>
          <a:ln w="12700">
            <a:solidFill>
              <a:srgbClr val="EDF6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build/assets/d40.png">
            <a:extLst>
              <a:ext uri="{FF2B5EF4-FFF2-40B4-BE49-F238E27FC236}">
                <a16:creationId xmlns:a16="http://schemas.microsoft.com/office/drawing/2014/main" id="{96FB8318-73B3-0C75-C152-85F79A07E0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976" y="493577"/>
            <a:ext cx="1783080" cy="1097280"/>
          </a:xfrm>
          <a:prstGeom prst="rect">
            <a:avLst/>
          </a:prstGeom>
        </p:spPr>
      </p:pic>
      <p:sp>
        <p:nvSpPr>
          <p:cNvPr id="42" name="Text 8">
            <a:extLst>
              <a:ext uri="{FF2B5EF4-FFF2-40B4-BE49-F238E27FC236}">
                <a16:creationId xmlns:a16="http://schemas.microsoft.com/office/drawing/2014/main" id="{9DDBC8F8-95CE-660B-EAAB-953C00D5043A}"/>
              </a:ext>
            </a:extLst>
          </p:cNvPr>
          <p:cNvSpPr txBox="1"/>
          <p:nvPr/>
        </p:nvSpPr>
        <p:spPr>
          <a:xfrm>
            <a:off x="798227" y="52918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solidità dell'evidenza</a:t>
            </a:r>
            <a:endParaRPr lang="en-US" sz="950" dirty="0"/>
          </a:p>
        </p:txBody>
      </p:sp>
      <p:sp>
        <p:nvSpPr>
          <p:cNvPr id="44" name="Shape 9">
            <a:extLst>
              <a:ext uri="{FF2B5EF4-FFF2-40B4-BE49-F238E27FC236}">
                <a16:creationId xmlns:a16="http://schemas.microsoft.com/office/drawing/2014/main" id="{15FBC790-B022-5CAF-A14A-24DC205EC14E}"/>
              </a:ext>
            </a:extLst>
          </p:cNvPr>
          <p:cNvSpPr/>
          <p:nvPr/>
        </p:nvSpPr>
        <p:spPr>
          <a:xfrm>
            <a:off x="798227" y="5584428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A0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C5142694-ED21-19E4-4C5C-85F918EA4B52}"/>
              </a:ext>
            </a:extLst>
          </p:cNvPr>
          <p:cNvSpPr/>
          <p:nvPr/>
        </p:nvSpPr>
        <p:spPr>
          <a:xfrm>
            <a:off x="1182275" y="5584428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FFA0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61C9DE6B-8C79-F27F-94B8-622A4E54A16D}"/>
              </a:ext>
            </a:extLst>
          </p:cNvPr>
          <p:cNvSpPr/>
          <p:nvPr/>
        </p:nvSpPr>
        <p:spPr>
          <a:xfrm>
            <a:off x="1566323" y="5584428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E3E3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42A19547-1F74-D09E-9B65-768344CE01FE}"/>
              </a:ext>
            </a:extLst>
          </p:cNvPr>
          <p:cNvSpPr/>
          <p:nvPr/>
        </p:nvSpPr>
        <p:spPr>
          <a:xfrm>
            <a:off x="1950371" y="5584428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E3E3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D9F10CAA-6DB8-E828-05B0-0D13A4F8EB65}"/>
              </a:ext>
            </a:extLst>
          </p:cNvPr>
          <p:cNvSpPr txBox="1"/>
          <p:nvPr/>
        </p:nvSpPr>
        <p:spPr>
          <a:xfrm>
            <a:off x="2489867" y="55295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media-bassa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·  idea proposta da noi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868518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E8B93-48BB-0FAF-224C-8FABF5EE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magine 35">
            <a:extLst>
              <a:ext uri="{FF2B5EF4-FFF2-40B4-BE49-F238E27FC236}">
                <a16:creationId xmlns:a16="http://schemas.microsoft.com/office/drawing/2014/main" id="{502B5E0D-D0DB-DCA5-7DC6-C09D1E86B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107" y="3429000"/>
            <a:ext cx="861060" cy="861060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57C610EB-D556-8339-80B9-B89159E8C8C4}"/>
              </a:ext>
            </a:extLst>
          </p:cNvPr>
          <p:cNvSpPr/>
          <p:nvPr/>
        </p:nvSpPr>
        <p:spPr>
          <a:xfrm>
            <a:off x="210599" y="-15658"/>
            <a:ext cx="365438" cy="68997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7D55B4EF-6E45-26D4-5351-4034B64F31F7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28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55352E-8737-18DC-F2D0-A31751D1D892}"/>
              </a:ext>
            </a:extLst>
          </p:cNvPr>
          <p:cNvSpPr txBox="1"/>
          <p:nvPr/>
        </p:nvSpPr>
        <p:spPr>
          <a:xfrm>
            <a:off x="835121" y="5725442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901707D-FBFC-9360-C39D-A9253703EF8B}"/>
              </a:ext>
            </a:extLst>
          </p:cNvPr>
          <p:cNvSpPr txBox="1"/>
          <p:nvPr/>
        </p:nvSpPr>
        <p:spPr>
          <a:xfrm>
            <a:off x="1072865" y="717605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5200" b="1" kern="0" spc="-200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5200" dirty="0">
              <a:solidFill>
                <a:srgbClr val="E71224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2CBB85-268D-0067-46A0-E91804FB40A8}"/>
              </a:ext>
            </a:extLst>
          </p:cNvPr>
          <p:cNvSpPr txBox="1"/>
          <p:nvPr/>
        </p:nvSpPr>
        <p:spPr>
          <a:xfrm>
            <a:off x="835121" y="18745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6000"/>
              </a:lnSpc>
            </a:pP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come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comunicare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con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i</a:t>
            </a:r>
            <a:r>
              <a:rPr lang="en-US" sz="2800" b="1" kern="0" spc="-100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2800" b="1" kern="0" spc="-100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ragazzi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CA5C574-219B-C2C9-F4FF-56BC6ED78AD6}"/>
              </a:ext>
            </a:extLst>
          </p:cNvPr>
          <p:cNvSpPr txBox="1"/>
          <p:nvPr/>
        </p:nvSpPr>
        <p:spPr>
          <a:xfrm>
            <a:off x="835121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cosa è emerso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BBEB361-C443-FCD0-95BA-2A479CB6A5AC}"/>
              </a:ext>
            </a:extLst>
          </p:cNvPr>
          <p:cNvSpPr txBox="1"/>
          <p:nvPr/>
        </p:nvSpPr>
        <p:spPr>
          <a:xfrm>
            <a:off x="835121" y="3474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ea typeface="+mn-lt" pitchFamily="34" charset="-122"/>
                <a:cs typeface="+mn-lt" pitchFamily="34" charset="-120"/>
              </a:rPr>
              <a:t>Tono alla pari,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linguaggio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semplice e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diretto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nessuna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imposizione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: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ciò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che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sembra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imposto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viene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rifiutato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 Una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domanda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amichevole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può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bastare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a far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aprire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 uno </a:t>
            </a:r>
            <a:r>
              <a:rPr lang="en-US" sz="1400" dirty="0" err="1">
                <a:ea typeface="+mn-lt" pitchFamily="34" charset="-122"/>
                <a:cs typeface="+mn-lt" pitchFamily="34" charset="-120"/>
              </a:rPr>
              <a:t>studente</a:t>
            </a:r>
            <a:r>
              <a:rPr lang="en-US" sz="1400" dirty="0">
                <a:ea typeface="+mn-lt" pitchFamily="34" charset="-122"/>
                <a:cs typeface="+mn-lt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E0F6FE5-DCF1-013B-A6CE-6C5F479D4198}"/>
              </a:ext>
            </a:extLst>
          </p:cNvPr>
          <p:cNvSpPr txBox="1"/>
          <p:nvPr/>
        </p:nvSpPr>
        <p:spPr>
          <a:xfrm>
            <a:off x="7248837" y="788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dall'intervista · 9 ottobre</a:t>
            </a:r>
            <a:endParaRPr lang="en-US" sz="10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606AE37E-83CD-63FF-2B32-3E2D2AD13642}"/>
              </a:ext>
            </a:extLst>
          </p:cNvPr>
          <p:cNvSpPr/>
          <p:nvPr/>
        </p:nvSpPr>
        <p:spPr>
          <a:xfrm>
            <a:off x="7221887" y="1097280"/>
            <a:ext cx="3794760" cy="749808"/>
          </a:xfrm>
          <a:prstGeom prst="roundRect">
            <a:avLst>
              <a:gd name="adj" fmla="val 21951"/>
            </a:avLst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A6D47BF9-7E27-7BC6-0214-BD68A724FE46}"/>
              </a:ext>
            </a:extLst>
          </p:cNvPr>
          <p:cNvSpPr/>
          <p:nvPr/>
        </p:nvSpPr>
        <p:spPr>
          <a:xfrm>
            <a:off x="10925207" y="1572768"/>
            <a:ext cx="274320" cy="274320"/>
          </a:xfrm>
          <a:prstGeom prst="rtTriangle">
            <a:avLst/>
          </a:prstGeom>
          <a:solidFill>
            <a:srgbClr val="ECEAFE"/>
          </a:solidFill>
          <a:ln w="12700">
            <a:solidFill>
              <a:srgbClr val="ECEA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E16F807B-BFBA-589E-6E12-7EC49FFF48FF}"/>
              </a:ext>
            </a:extLst>
          </p:cNvPr>
          <p:cNvSpPr txBox="1"/>
          <p:nvPr/>
        </p:nvSpPr>
        <p:spPr>
          <a:xfrm>
            <a:off x="7404767" y="10972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Ha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altri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consigli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per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mettere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più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a loro agio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gli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 </a:t>
            </a:r>
            <a:r>
              <a:rPr lang="en-US" sz="1250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studenti</a:t>
            </a:r>
            <a:r>
              <a:rPr lang="en-US" sz="1250" b="1" dirty="0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?</a:t>
            </a:r>
            <a:endParaRPr lang="en-US" sz="125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53304AF6-7660-75E4-D215-2245A631D84B}"/>
              </a:ext>
            </a:extLst>
          </p:cNvPr>
          <p:cNvSpPr/>
          <p:nvPr/>
        </p:nvSpPr>
        <p:spPr>
          <a:xfrm>
            <a:off x="7084727" y="4754880"/>
            <a:ext cx="4526280" cy="1481328"/>
          </a:xfrm>
          <a:prstGeom prst="roundRect">
            <a:avLst>
              <a:gd name="adj" fmla="val 6173"/>
            </a:avLst>
          </a:prstGeom>
          <a:noFill/>
          <a:ln w="15875">
            <a:solidFill>
              <a:srgbClr val="2C5ED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FB2E0EDA-5820-E343-E58D-6EE6D7FAB3D2}"/>
              </a:ext>
            </a:extLst>
          </p:cNvPr>
          <p:cNvSpPr txBox="1"/>
          <p:nvPr/>
        </p:nvSpPr>
        <p:spPr>
          <a:xfrm>
            <a:off x="7804089" y="4903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spunto per il design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431B5367-5471-C511-B1F4-7976D06F56F2}"/>
              </a:ext>
            </a:extLst>
          </p:cNvPr>
          <p:cNvSpPr txBox="1"/>
          <p:nvPr/>
        </p:nvSpPr>
        <p:spPr>
          <a:xfrm>
            <a:off x="7267607" y="523036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dirty="0" err="1">
                <a:ea typeface="+mn-lt" pitchFamily="34" charset="-122"/>
                <a:cs typeface="+mn-lt" pitchFamily="34" charset="-120"/>
              </a:rPr>
              <a:t>verificare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con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ragazzi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, ad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esempio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confrontando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testi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scritti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con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toni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150" dirty="0" err="1">
                <a:ea typeface="+mn-lt" pitchFamily="34" charset="-122"/>
                <a:cs typeface="+mn-lt" pitchFamily="34" charset="-120"/>
              </a:rPr>
              <a:t>diversi</a:t>
            </a:r>
            <a:r>
              <a:rPr lang="en-US" sz="1150" dirty="0">
                <a:ea typeface="+mn-lt" pitchFamily="34" charset="-122"/>
                <a:cs typeface="+mn-lt" pitchFamily="34" charset="-120"/>
              </a:rPr>
              <a:t>.</a:t>
            </a:r>
            <a:endParaRPr lang="en-US" sz="1150" dirty="0"/>
          </a:p>
        </p:txBody>
      </p:sp>
      <p:pic>
        <p:nvPicPr>
          <p:cNvPr id="73" name="Elemento grafico 72">
            <a:extLst>
              <a:ext uri="{FF2B5EF4-FFF2-40B4-BE49-F238E27FC236}">
                <a16:creationId xmlns:a16="http://schemas.microsoft.com/office/drawing/2014/main" id="{DEB8CE59-5DFA-9A0F-7B22-7A564B3F2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7567" y="4327672"/>
            <a:ext cx="1024128" cy="1024128"/>
          </a:xfrm>
          <a:prstGeom prst="rect">
            <a:avLst/>
          </a:prstGeom>
        </p:spPr>
      </p:pic>
      <p:sp>
        <p:nvSpPr>
          <p:cNvPr id="7" name="Shape 19">
            <a:extLst>
              <a:ext uri="{FF2B5EF4-FFF2-40B4-BE49-F238E27FC236}">
                <a16:creationId xmlns:a16="http://schemas.microsoft.com/office/drawing/2014/main" id="{89CE0035-9A4D-5338-0F2E-1B8D09743FD7}"/>
              </a:ext>
            </a:extLst>
          </p:cNvPr>
          <p:cNvSpPr/>
          <p:nvPr/>
        </p:nvSpPr>
        <p:spPr>
          <a:xfrm>
            <a:off x="7221887" y="2356395"/>
            <a:ext cx="4160520" cy="1755648"/>
          </a:xfrm>
          <a:prstGeom prst="roundRect">
            <a:avLst>
              <a:gd name="adj" fmla="val 9375"/>
            </a:avLst>
          </a:prstGeom>
          <a:solidFill>
            <a:srgbClr val="EDF6E1"/>
          </a:solidFill>
          <a:ln w="12700">
            <a:solidFill>
              <a:srgbClr val="EDF6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48A9FEE3-391A-05B2-719B-E1D35A714C9E}"/>
              </a:ext>
            </a:extLst>
          </p:cNvPr>
          <p:cNvSpPr txBox="1"/>
          <p:nvPr/>
        </p:nvSpPr>
        <p:spPr>
          <a:xfrm>
            <a:off x="7423055" y="25106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2BC2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42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2DD62BC3-55AF-886D-EF7E-1FE52D736CA3}"/>
              </a:ext>
            </a:extLst>
          </p:cNvPr>
          <p:cNvSpPr txBox="1"/>
          <p:nvPr/>
        </p:nvSpPr>
        <p:spPr>
          <a:xfrm>
            <a:off x="7496207" y="2859315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i="1" dirty="0">
                <a:ea typeface="+mn-lt" pitchFamily="34" charset="-122"/>
                <a:cs typeface="+mn-lt" pitchFamily="34" charset="-120"/>
              </a:rPr>
              <a:t>Non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deve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essere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una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cosa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imposta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: se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sembra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una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cosa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imposta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la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rigettano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immediatamente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,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anche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senza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averla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 </a:t>
            </a:r>
            <a:r>
              <a:rPr lang="en-US" sz="1600" i="1" dirty="0" err="1">
                <a:ea typeface="+mn-lt" pitchFamily="34" charset="-122"/>
                <a:cs typeface="+mn-lt" pitchFamily="34" charset="-120"/>
              </a:rPr>
              <a:t>provata</a:t>
            </a:r>
            <a:r>
              <a:rPr lang="en-US" sz="1600" i="1" dirty="0">
                <a:ea typeface="+mn-lt" pitchFamily="34" charset="-122"/>
                <a:cs typeface="+mn-lt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F8669845-5C89-30D7-5659-BBAC47EC907F}"/>
              </a:ext>
            </a:extLst>
          </p:cNvPr>
          <p:cNvSpPr txBox="1"/>
          <p:nvPr/>
        </p:nvSpPr>
        <p:spPr>
          <a:xfrm>
            <a:off x="7301169" y="418120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docente di matematica e fisica · intervista 2</a:t>
            </a:r>
            <a:endParaRPr lang="en-US" sz="11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0EB4CA19-79EC-C495-F7F9-AAC25AED2D1F}"/>
              </a:ext>
            </a:extLst>
          </p:cNvPr>
          <p:cNvSpPr/>
          <p:nvPr/>
        </p:nvSpPr>
        <p:spPr>
          <a:xfrm flipH="1">
            <a:off x="7039007" y="3837723"/>
            <a:ext cx="274320" cy="274320"/>
          </a:xfrm>
          <a:prstGeom prst="rtTriangle">
            <a:avLst/>
          </a:prstGeom>
          <a:solidFill>
            <a:srgbClr val="EDF6E1"/>
          </a:solidFill>
          <a:ln w="12700">
            <a:solidFill>
              <a:srgbClr val="EDF6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/home/claude/work/build/assets/d43.png">
            <a:extLst>
              <a:ext uri="{FF2B5EF4-FFF2-40B4-BE49-F238E27FC236}">
                <a16:creationId xmlns:a16="http://schemas.microsoft.com/office/drawing/2014/main" id="{0BF30AE6-1DE7-36FA-5D69-FF2508271F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385" y="461971"/>
            <a:ext cx="1783080" cy="1097280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A3279F59-6279-C555-E808-2D969EF969E1}"/>
              </a:ext>
            </a:extLst>
          </p:cNvPr>
          <p:cNvSpPr txBox="1"/>
          <p:nvPr/>
        </p:nvSpPr>
        <p:spPr>
          <a:xfrm>
            <a:off x="862318" y="5232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solidità dell'evidenza</a:t>
            </a:r>
            <a:endParaRPr lang="en-US" sz="9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4A89A56-32A9-4967-75E3-16575ECD5DE2}"/>
              </a:ext>
            </a:extLst>
          </p:cNvPr>
          <p:cNvSpPr/>
          <p:nvPr/>
        </p:nvSpPr>
        <p:spPr>
          <a:xfrm>
            <a:off x="862318" y="5525296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D1BE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3DE6CB44-5FE6-DC01-4371-6814AB79C901}"/>
              </a:ext>
            </a:extLst>
          </p:cNvPr>
          <p:cNvSpPr/>
          <p:nvPr/>
        </p:nvSpPr>
        <p:spPr>
          <a:xfrm>
            <a:off x="1246366" y="5525296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E3E3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1F067ECF-EBE3-BAE8-C3D8-5ADB0112CB3D}"/>
              </a:ext>
            </a:extLst>
          </p:cNvPr>
          <p:cNvSpPr/>
          <p:nvPr/>
        </p:nvSpPr>
        <p:spPr>
          <a:xfrm>
            <a:off x="1630414" y="5525296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E3E3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94680394-8A6F-C119-B028-5ADD4F37F43B}"/>
              </a:ext>
            </a:extLst>
          </p:cNvPr>
          <p:cNvSpPr/>
          <p:nvPr/>
        </p:nvSpPr>
        <p:spPr>
          <a:xfrm>
            <a:off x="2014462" y="5525296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E3E3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2B001FDA-A779-3AE5-76B6-C85B8034FCA2}"/>
              </a:ext>
            </a:extLst>
          </p:cNvPr>
          <p:cNvSpPr txBox="1"/>
          <p:nvPr/>
        </p:nvSpPr>
        <p:spPr>
          <a:xfrm>
            <a:off x="2553958" y="54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bassa</a:t>
            </a:r>
            <a:r>
              <a:rPr lang="en-US" sz="125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·  una sola fonte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739072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B6657-ED0A-012A-142D-E0B535634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ttangolo 107">
            <a:extLst>
              <a:ext uri="{FF2B5EF4-FFF2-40B4-BE49-F238E27FC236}">
                <a16:creationId xmlns:a16="http://schemas.microsoft.com/office/drawing/2014/main" id="{32D0D80E-D180-C60D-8989-AC95EFD7EE95}"/>
              </a:ext>
            </a:extLst>
          </p:cNvPr>
          <p:cNvSpPr/>
          <p:nvPr/>
        </p:nvSpPr>
        <p:spPr>
          <a:xfrm>
            <a:off x="215023" y="-15658"/>
            <a:ext cx="2050635" cy="689974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E9614F8E-F1C8-B5BA-0CD5-609EA91D1569}"/>
              </a:ext>
            </a:extLst>
          </p:cNvPr>
          <p:cNvSpPr/>
          <p:nvPr/>
        </p:nvSpPr>
        <p:spPr>
          <a:xfrm>
            <a:off x="576036" y="-36279"/>
            <a:ext cx="1976181" cy="6920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89A3700E-90D8-2B28-CB07-AF38A36CB185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29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09EFF0-704F-8AFF-CADD-73927CBC5E63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EC7C3061-CC87-9DA7-5AB1-AEBDAB77BCD6}"/>
              </a:ext>
            </a:extLst>
          </p:cNvPr>
          <p:cNvSpPr txBox="1">
            <a:spLocks/>
          </p:cNvSpPr>
          <p:nvPr/>
        </p:nvSpPr>
        <p:spPr>
          <a:xfrm>
            <a:off x="867017" y="10058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i="1" kern="0" spc="-150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 </a:t>
            </a:r>
            <a:r>
              <a:rPr lang="en-US" sz="4000" i="1" kern="0" spc="-150" dirty="0" err="1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bisogni</a:t>
            </a:r>
            <a:r>
              <a:rPr lang="en-US" sz="40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40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emersi</a:t>
            </a:r>
            <a:r>
              <a:rPr lang="en-US" sz="40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br>
              <a:rPr lang="en-US" dirty="0"/>
            </a:br>
            <a:r>
              <a:rPr lang="en-US" sz="40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dai</a:t>
            </a:r>
            <a:r>
              <a:rPr lang="en-US" sz="4000" b="1" kern="0" spc="-1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4000" b="1" kern="0" spc="-15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dati</a:t>
            </a:r>
            <a:endParaRPr lang="en-US" sz="4000" b="1" kern="0" spc="-150" dirty="0" err="1">
              <a:solidFill>
                <a:schemeClr val="tx2"/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B44136E-94CD-5CF1-732A-5F2DC82F4033}"/>
              </a:ext>
            </a:extLst>
          </p:cNvPr>
          <p:cNvSpPr txBox="1"/>
          <p:nvPr/>
        </p:nvSpPr>
        <p:spPr>
          <a:xfrm>
            <a:off x="871734" y="2381649"/>
            <a:ext cx="3774801" cy="1363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err="1">
                <a:ea typeface="+mn-lt"/>
                <a:cs typeface="+mn-lt"/>
              </a:rPr>
              <a:t>Dall'incrocio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dei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dati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quantitativi</a:t>
            </a:r>
            <a:r>
              <a:rPr lang="en-US" sz="1400">
                <a:ea typeface="+mn-lt"/>
                <a:cs typeface="+mn-lt"/>
              </a:rPr>
              <a:t> (</a:t>
            </a:r>
            <a:r>
              <a:rPr lang="en-US" sz="1400" err="1">
                <a:ea typeface="+mn-lt"/>
                <a:cs typeface="+mn-lt"/>
              </a:rPr>
              <a:t>questionario</a:t>
            </a:r>
            <a:r>
              <a:rPr lang="en-US" sz="1400">
                <a:ea typeface="+mn-lt"/>
                <a:cs typeface="+mn-lt"/>
              </a:rPr>
              <a:t>) e </a:t>
            </a:r>
            <a:r>
              <a:rPr lang="en-US" sz="1400" err="1">
                <a:ea typeface="+mn-lt"/>
                <a:cs typeface="+mn-lt"/>
              </a:rPr>
              <a:t>qualitativi</a:t>
            </a:r>
            <a:r>
              <a:rPr lang="en-US" sz="1400">
                <a:ea typeface="+mn-lt"/>
                <a:cs typeface="+mn-lt"/>
              </a:rPr>
              <a:t> (</a:t>
            </a:r>
            <a:r>
              <a:rPr lang="en-US" sz="1400" err="1">
                <a:ea typeface="+mn-lt"/>
                <a:cs typeface="+mn-lt"/>
              </a:rPr>
              <a:t>interviste</a:t>
            </a:r>
            <a:r>
              <a:rPr lang="en-US" sz="1400">
                <a:ea typeface="+mn-lt"/>
                <a:cs typeface="+mn-lt"/>
              </a:rPr>
              <a:t>), </a:t>
            </a:r>
            <a:r>
              <a:rPr lang="en-US" sz="1400" err="1">
                <a:ea typeface="+mn-lt"/>
                <a:cs typeface="+mn-lt"/>
              </a:rPr>
              <a:t>abbiamo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individuato</a:t>
            </a:r>
            <a:r>
              <a:rPr lang="en-US" sz="1400">
                <a:ea typeface="+mn-lt"/>
                <a:cs typeface="+mn-lt"/>
              </a:rPr>
              <a:t> e </a:t>
            </a:r>
            <a:r>
              <a:rPr lang="en-US" sz="1400" err="1">
                <a:ea typeface="+mn-lt"/>
                <a:cs typeface="+mn-lt"/>
              </a:rPr>
              <a:t>sintetizzato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i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seguenti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bisogni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fondamentali</a:t>
            </a:r>
            <a:r>
              <a:rPr lang="en-US" sz="1400">
                <a:ea typeface="+mn-lt"/>
                <a:cs typeface="+mn-lt"/>
              </a:rPr>
              <a:t> degli </a:t>
            </a:r>
            <a:r>
              <a:rPr lang="en-US" sz="1400" err="1">
                <a:ea typeface="+mn-lt"/>
                <a:cs typeface="+mn-lt"/>
              </a:rPr>
              <a:t>utenti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/>
          </a:p>
        </p:txBody>
      </p:sp>
      <p:pic>
        <p:nvPicPr>
          <p:cNvPr id="11" name="Image 1" descr="/home/claude/work/build/assets/d68.png">
            <a:extLst>
              <a:ext uri="{FF2B5EF4-FFF2-40B4-BE49-F238E27FC236}">
                <a16:creationId xmlns:a16="http://schemas.microsoft.com/office/drawing/2014/main" id="{8E48D36D-D2E9-D68B-E1F5-D77665F7A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125" y="1239012"/>
            <a:ext cx="961986" cy="86868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E0C92F61-5ADE-2ADF-11B5-0273C2F7D627}"/>
              </a:ext>
            </a:extLst>
          </p:cNvPr>
          <p:cNvSpPr txBox="1"/>
          <p:nvPr/>
        </p:nvSpPr>
        <p:spPr>
          <a:xfrm>
            <a:off x="5027537" y="2221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Uno </a:t>
            </a:r>
            <a:r>
              <a:rPr lang="en-US" sz="1600" b="1" dirty="0" err="1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spazio</a:t>
            </a:r>
            <a:r>
              <a:rPr lang="en-US" sz="1600" b="1" dirty="0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 di </a:t>
            </a:r>
            <a:r>
              <a:rPr lang="en-US" sz="1600" b="1" dirty="0" err="1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ascolto</a:t>
            </a:r>
            <a:r>
              <a:rPr lang="en-US" sz="1600" b="1" dirty="0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sicuro</a:t>
            </a:r>
            <a:r>
              <a:rPr lang="en-US" sz="1600" b="1" dirty="0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 e </a:t>
            </a:r>
            <a:r>
              <a:rPr lang="en-US" sz="1600" b="1" dirty="0" err="1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anonimo</a:t>
            </a:r>
            <a:endParaRPr lang="en-US" dirty="0" err="1">
              <a:solidFill>
                <a:schemeClr val="tx2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9EA4147-E626-6C4C-8787-A3B042A7A00C}"/>
              </a:ext>
            </a:extLst>
          </p:cNvPr>
          <p:cNvSpPr txBox="1"/>
          <p:nvPr/>
        </p:nvSpPr>
        <p:spPr>
          <a:xfrm>
            <a:off x="5027537" y="2796758"/>
            <a:ext cx="30519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100" dirty="0">
                <a:ea typeface="+mn-lt"/>
                <a:cs typeface="+mn-lt"/>
              </a:rPr>
              <a:t>I </a:t>
            </a:r>
            <a:r>
              <a:rPr lang="en-US" sz="1100" dirty="0" err="1">
                <a:ea typeface="+mn-lt"/>
                <a:cs typeface="+mn-lt"/>
              </a:rPr>
              <a:t>ragazzi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provano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vergogna</a:t>
            </a:r>
            <a:r>
              <a:rPr lang="en-US" sz="1100" dirty="0">
                <a:ea typeface="+mn-lt"/>
                <a:cs typeface="+mn-lt"/>
              </a:rPr>
              <a:t> e </a:t>
            </a:r>
            <a:r>
              <a:rPr lang="en-US" sz="1100" dirty="0" err="1">
                <a:ea typeface="+mn-lt"/>
                <a:cs typeface="+mn-lt"/>
              </a:rPr>
              <a:t>temono</a:t>
            </a:r>
            <a:r>
              <a:rPr lang="en-US" sz="1100" dirty="0">
                <a:ea typeface="+mn-lt"/>
                <a:cs typeface="+mn-lt"/>
              </a:rPr>
              <a:t> il </a:t>
            </a:r>
            <a:r>
              <a:rPr lang="en-US" sz="1100" dirty="0" err="1">
                <a:ea typeface="+mn-lt"/>
                <a:cs typeface="+mn-lt"/>
              </a:rPr>
              <a:t>giudizio</a:t>
            </a:r>
            <a:r>
              <a:rPr lang="en-US" sz="1100" dirty="0">
                <a:ea typeface="+mn-lt"/>
                <a:cs typeface="+mn-lt"/>
              </a:rPr>
              <a:t>. </a:t>
            </a:r>
            <a:r>
              <a:rPr lang="en-US" sz="1100" dirty="0" err="1">
                <a:ea typeface="+mn-lt"/>
                <a:cs typeface="+mn-lt"/>
              </a:rPr>
              <a:t>Necessitano</a:t>
            </a:r>
            <a:r>
              <a:rPr lang="en-US" sz="1100" dirty="0">
                <a:ea typeface="+mn-lt"/>
                <a:cs typeface="+mn-lt"/>
              </a:rPr>
              <a:t> di un </a:t>
            </a:r>
            <a:r>
              <a:rPr lang="en-US" sz="1100" dirty="0" err="1">
                <a:ea typeface="+mn-lt"/>
                <a:cs typeface="+mn-lt"/>
              </a:rPr>
              <a:t>ambiente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protetto</a:t>
            </a:r>
            <a:r>
              <a:rPr lang="en-US" sz="1100" dirty="0">
                <a:ea typeface="+mn-lt"/>
                <a:cs typeface="+mn-lt"/>
              </a:rPr>
              <a:t> dove </a:t>
            </a:r>
            <a:r>
              <a:rPr lang="en-US" sz="1100" dirty="0" err="1">
                <a:ea typeface="+mn-lt"/>
                <a:cs typeface="+mn-lt"/>
              </a:rPr>
              <a:t>poter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leggere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esperienze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simili</a:t>
            </a:r>
            <a:r>
              <a:rPr lang="en-US" sz="1100" dirty="0">
                <a:ea typeface="+mn-lt"/>
                <a:cs typeface="+mn-lt"/>
              </a:rPr>
              <a:t> e </a:t>
            </a:r>
            <a:r>
              <a:rPr lang="en-US" sz="1100" dirty="0" err="1">
                <a:ea typeface="+mn-lt"/>
                <a:cs typeface="+mn-lt"/>
              </a:rPr>
              <a:t>chiedere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aiuto</a:t>
            </a:r>
            <a:r>
              <a:rPr lang="en-US" sz="1100" dirty="0">
                <a:ea typeface="+mn-lt"/>
                <a:cs typeface="+mn-lt"/>
              </a:rPr>
              <a:t> senza </a:t>
            </a:r>
            <a:r>
              <a:rPr lang="en-US" sz="1100" dirty="0" err="1">
                <a:ea typeface="+mn-lt"/>
                <a:cs typeface="+mn-lt"/>
              </a:rPr>
              <a:t>esporre</a:t>
            </a:r>
            <a:r>
              <a:rPr lang="en-US" sz="1100" dirty="0">
                <a:ea typeface="+mn-lt"/>
                <a:cs typeface="+mn-lt"/>
              </a:rPr>
              <a:t> subito la propria </a:t>
            </a:r>
            <a:r>
              <a:rPr lang="en-US" sz="1100" dirty="0" err="1">
                <a:ea typeface="+mn-lt"/>
                <a:cs typeface="+mn-lt"/>
              </a:rPr>
              <a:t>identità</a:t>
            </a:r>
            <a:r>
              <a:rPr lang="en-US" sz="1100" dirty="0">
                <a:ea typeface="+mn-lt"/>
                <a:cs typeface="+mn-lt"/>
              </a:rPr>
              <a:t>.</a:t>
            </a:r>
            <a:endParaRPr lang="en-US" sz="11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81BD1D3-D7AC-ADD6-781B-BA61C76721FD}"/>
              </a:ext>
            </a:extLst>
          </p:cNvPr>
          <p:cNvSpPr txBox="1"/>
          <p:nvPr/>
        </p:nvSpPr>
        <p:spPr>
          <a:xfrm>
            <a:off x="8685137" y="2221992"/>
            <a:ext cx="3427911" cy="338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 err="1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Strumenti</a:t>
            </a:r>
            <a:r>
              <a:rPr lang="en-US" sz="1600" b="1" dirty="0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 di </a:t>
            </a:r>
            <a:r>
              <a:rPr lang="en-US" sz="1600" b="1" dirty="0" err="1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verifica</a:t>
            </a:r>
            <a:r>
              <a:rPr lang="en-US" sz="1600" b="1" dirty="0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 e </a:t>
            </a:r>
            <a:r>
              <a:rPr lang="en-US" sz="1600" b="1" dirty="0" err="1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alfabetizzazione</a:t>
            </a:r>
            <a:r>
              <a:rPr lang="en-US" sz="1600" b="1" dirty="0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su</a:t>
            </a:r>
            <a:r>
              <a:rPr lang="en-US" sz="1600" b="1" dirty="0">
                <a:solidFill>
                  <a:schemeClr val="tx2"/>
                </a:solidFill>
                <a:latin typeface="Space Mono"/>
                <a:ea typeface="+mn-lt"/>
                <a:cs typeface="+mn-lt"/>
              </a:rPr>
              <a:t> AI</a:t>
            </a:r>
            <a:endParaRPr lang="en-US" sz="160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629F7EE-1E2D-B881-CED1-BB1147AF1479}"/>
              </a:ext>
            </a:extLst>
          </p:cNvPr>
          <p:cNvSpPr txBox="1"/>
          <p:nvPr/>
        </p:nvSpPr>
        <p:spPr>
          <a:xfrm>
            <a:off x="8685137" y="2787686"/>
            <a:ext cx="29308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100" dirty="0">
                <a:ea typeface="+mn-lt"/>
                <a:cs typeface="+mn-lt"/>
              </a:rPr>
              <a:t>I deepfake </a:t>
            </a:r>
            <a:r>
              <a:rPr lang="en-US" sz="1100" dirty="0" err="1">
                <a:ea typeface="+mn-lt"/>
                <a:cs typeface="+mn-lt"/>
              </a:rPr>
              <a:t>circolano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già</a:t>
            </a:r>
            <a:r>
              <a:rPr lang="en-US" sz="1100" dirty="0">
                <a:ea typeface="+mn-lt"/>
                <a:cs typeface="+mn-lt"/>
              </a:rPr>
              <a:t> come scherzi. </a:t>
            </a:r>
            <a:r>
              <a:rPr lang="en-US" sz="1100" dirty="0" err="1">
                <a:ea typeface="+mn-lt"/>
                <a:cs typeface="+mn-lt"/>
              </a:rPr>
              <a:t>Gli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utenti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hanno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bisogno</a:t>
            </a:r>
            <a:r>
              <a:rPr lang="en-US" sz="1100" dirty="0">
                <a:ea typeface="+mn-lt"/>
                <a:cs typeface="+mn-lt"/>
              </a:rPr>
              <a:t> di </a:t>
            </a:r>
            <a:r>
              <a:rPr lang="en-US" sz="1100" dirty="0" err="1">
                <a:ea typeface="+mn-lt"/>
                <a:cs typeface="+mn-lt"/>
              </a:rPr>
              <a:t>imparare</a:t>
            </a:r>
            <a:r>
              <a:rPr lang="en-US" sz="1100" dirty="0">
                <a:ea typeface="+mn-lt"/>
                <a:cs typeface="+mn-lt"/>
              </a:rPr>
              <a:t> a </a:t>
            </a:r>
            <a:r>
              <a:rPr lang="en-US" sz="1100" dirty="0" err="1">
                <a:ea typeface="+mn-lt"/>
                <a:cs typeface="+mn-lt"/>
              </a:rPr>
              <a:t>riconoscere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l'autenticità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dei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contenuti</a:t>
            </a:r>
            <a:r>
              <a:rPr lang="en-US" sz="1100" dirty="0">
                <a:ea typeface="+mn-lt"/>
                <a:cs typeface="+mn-lt"/>
              </a:rPr>
              <a:t> e </a:t>
            </a:r>
            <a:r>
              <a:rPr lang="en-US" sz="1100" dirty="0" err="1">
                <a:ea typeface="+mn-lt"/>
                <a:cs typeface="+mn-lt"/>
              </a:rPr>
              <a:t>dei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profili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basandosi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su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criteri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oggettivi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andando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oltre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semplici</a:t>
            </a:r>
            <a:r>
              <a:rPr lang="en-US" sz="1100" dirty="0">
                <a:ea typeface="+mn-lt"/>
                <a:cs typeface="+mn-lt"/>
              </a:rPr>
              <a:t> "amici in </a:t>
            </a:r>
            <a:r>
              <a:rPr lang="en-US" sz="1100" dirty="0" err="1">
                <a:ea typeface="+mn-lt"/>
                <a:cs typeface="+mn-lt"/>
              </a:rPr>
              <a:t>comune</a:t>
            </a:r>
            <a:r>
              <a:rPr lang="en-US" sz="1100" dirty="0">
                <a:ea typeface="+mn-lt"/>
                <a:cs typeface="+mn-lt"/>
              </a:rPr>
              <a:t>".</a:t>
            </a:r>
            <a:endParaRPr lang="en-US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13BE896F-1EDA-74AC-FBED-CD9C75874B44}"/>
              </a:ext>
            </a:extLst>
          </p:cNvPr>
          <p:cNvSpPr txBox="1"/>
          <p:nvPr/>
        </p:nvSpPr>
        <p:spPr>
          <a:xfrm>
            <a:off x="5027537" y="4919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Mediazione</a:t>
            </a: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guidata</a:t>
            </a: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verso </a:t>
            </a:r>
            <a:r>
              <a:rPr lang="en-US" sz="1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gli</a:t>
            </a: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adulti</a:t>
            </a: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 le </a:t>
            </a:r>
            <a:r>
              <a:rPr lang="en-US" sz="1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autorità</a:t>
            </a:r>
            <a:endParaRPr lang="en-US" sz="1600" b="1" dirty="0" err="1">
              <a:solidFill>
                <a:schemeClr val="tx2"/>
              </a:solidFill>
              <a:latin typeface="Space Mono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7335BF89-B6A0-69F2-2A4E-82040F5A73DE}"/>
              </a:ext>
            </a:extLst>
          </p:cNvPr>
          <p:cNvSpPr txBox="1"/>
          <p:nvPr/>
        </p:nvSpPr>
        <p:spPr>
          <a:xfrm>
            <a:off x="5027537" y="5467023"/>
            <a:ext cx="3051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100" dirty="0" err="1">
                <a:ea typeface="+mn-lt"/>
                <a:cs typeface="+mn-lt"/>
              </a:rPr>
              <a:t>L'istinto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primario</a:t>
            </a:r>
            <a:r>
              <a:rPr lang="en-US" sz="1100" dirty="0">
                <a:ea typeface="+mn-lt"/>
                <a:cs typeface="+mn-lt"/>
              </a:rPr>
              <a:t> è </a:t>
            </a:r>
            <a:r>
              <a:rPr lang="en-US" sz="1100" dirty="0" err="1">
                <a:ea typeface="+mn-lt"/>
                <a:cs typeface="+mn-lt"/>
              </a:rPr>
              <a:t>nascondere</a:t>
            </a:r>
            <a:r>
              <a:rPr lang="en-US" sz="1100" dirty="0">
                <a:ea typeface="+mn-lt"/>
                <a:cs typeface="+mn-lt"/>
              </a:rPr>
              <a:t> il </a:t>
            </a:r>
            <a:r>
              <a:rPr lang="en-US" sz="1100" dirty="0" err="1">
                <a:ea typeface="+mn-lt"/>
                <a:cs typeface="+mn-lt"/>
              </a:rPr>
              <a:t>problema</a:t>
            </a:r>
            <a:r>
              <a:rPr lang="en-US" sz="1100" dirty="0">
                <a:ea typeface="+mn-lt"/>
                <a:cs typeface="+mn-lt"/>
              </a:rPr>
              <a:t> ai </a:t>
            </a:r>
            <a:r>
              <a:rPr lang="en-US" sz="1100" dirty="0" err="1">
                <a:ea typeface="+mn-lt"/>
                <a:cs typeface="+mn-lt"/>
              </a:rPr>
              <a:t>grandi</a:t>
            </a:r>
            <a:r>
              <a:rPr lang="en-US" sz="1100" dirty="0">
                <a:ea typeface="+mn-lt"/>
                <a:cs typeface="+mn-lt"/>
              </a:rPr>
              <a:t>. Serve un </a:t>
            </a:r>
            <a:r>
              <a:rPr lang="en-US" sz="1100" dirty="0" err="1">
                <a:ea typeface="+mn-lt"/>
                <a:cs typeface="+mn-lt"/>
              </a:rPr>
              <a:t>percorso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graduale</a:t>
            </a:r>
            <a:r>
              <a:rPr lang="en-US" sz="1100" dirty="0">
                <a:ea typeface="+mn-lt"/>
                <a:cs typeface="+mn-lt"/>
              </a:rPr>
              <a:t> o </a:t>
            </a:r>
            <a:r>
              <a:rPr lang="en-US" sz="1100" dirty="0" err="1">
                <a:ea typeface="+mn-lt"/>
                <a:cs typeface="+mn-lt"/>
              </a:rPr>
              <a:t>una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figura</a:t>
            </a:r>
            <a:r>
              <a:rPr lang="en-US" sz="1100" dirty="0">
                <a:ea typeface="+mn-lt"/>
                <a:cs typeface="+mn-lt"/>
              </a:rPr>
              <a:t> "</a:t>
            </a:r>
            <a:r>
              <a:rPr lang="en-US" sz="1100" dirty="0" err="1">
                <a:ea typeface="+mn-lt"/>
                <a:cs typeface="+mn-lt"/>
              </a:rPr>
              <a:t>ponte</a:t>
            </a:r>
            <a:r>
              <a:rPr lang="en-US" sz="1100" dirty="0">
                <a:ea typeface="+mn-lt"/>
                <a:cs typeface="+mn-lt"/>
              </a:rPr>
              <a:t>" </a:t>
            </a:r>
            <a:r>
              <a:rPr lang="en-US" sz="1100" dirty="0" err="1">
                <a:ea typeface="+mn-lt"/>
                <a:cs typeface="+mn-lt"/>
              </a:rPr>
              <a:t>che</a:t>
            </a:r>
            <a:r>
              <a:rPr lang="en-US" sz="1100" dirty="0">
                <a:ea typeface="+mn-lt"/>
                <a:cs typeface="+mn-lt"/>
              </a:rPr>
              <a:t> li </a:t>
            </a:r>
            <a:r>
              <a:rPr lang="en-US" sz="1100" dirty="0" err="1">
                <a:ea typeface="+mn-lt"/>
                <a:cs typeface="+mn-lt"/>
              </a:rPr>
              <a:t>aiuti</a:t>
            </a:r>
            <a:r>
              <a:rPr lang="en-US" sz="1100" dirty="0">
                <a:ea typeface="+mn-lt"/>
                <a:cs typeface="+mn-lt"/>
              </a:rPr>
              <a:t> a </a:t>
            </a:r>
            <a:r>
              <a:rPr lang="en-US" sz="1100" dirty="0" err="1">
                <a:ea typeface="+mn-lt"/>
                <a:cs typeface="+mn-lt"/>
              </a:rPr>
              <a:t>trovare</a:t>
            </a:r>
            <a:r>
              <a:rPr lang="en-US" sz="1100" dirty="0">
                <a:ea typeface="+mn-lt"/>
                <a:cs typeface="+mn-lt"/>
              </a:rPr>
              <a:t> il </a:t>
            </a:r>
            <a:r>
              <a:rPr lang="en-US" sz="1100" dirty="0" err="1">
                <a:ea typeface="+mn-lt"/>
                <a:cs typeface="+mn-lt"/>
              </a:rPr>
              <a:t>coraggio</a:t>
            </a:r>
            <a:r>
              <a:rPr lang="en-US" sz="1100" dirty="0">
                <a:ea typeface="+mn-lt"/>
                <a:cs typeface="+mn-lt"/>
              </a:rPr>
              <a:t> di </a:t>
            </a:r>
            <a:r>
              <a:rPr lang="en-US" sz="1100" dirty="0" err="1">
                <a:ea typeface="+mn-lt"/>
                <a:cs typeface="+mn-lt"/>
              </a:rPr>
              <a:t>coinvolgere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genitori</a:t>
            </a:r>
            <a:r>
              <a:rPr lang="en-US" sz="1100" dirty="0">
                <a:ea typeface="+mn-lt"/>
                <a:cs typeface="+mn-lt"/>
              </a:rPr>
              <a:t> o </a:t>
            </a:r>
            <a:r>
              <a:rPr lang="en-US" sz="1100" dirty="0" err="1">
                <a:ea typeface="+mn-lt"/>
                <a:cs typeface="+mn-lt"/>
              </a:rPr>
              <a:t>docenti</a:t>
            </a:r>
            <a:r>
              <a:rPr lang="en-US" sz="1100" dirty="0">
                <a:ea typeface="+mn-lt"/>
                <a:cs typeface="+mn-lt"/>
              </a:rPr>
              <a:t>.</a:t>
            </a:r>
            <a:endParaRPr lang="en-US" sz="1100"/>
          </a:p>
        </p:txBody>
      </p:sp>
      <p:pic>
        <p:nvPicPr>
          <p:cNvPr id="24" name="Image 7" descr="/home/claude/work/build/assets/d71.png">
            <a:extLst>
              <a:ext uri="{FF2B5EF4-FFF2-40B4-BE49-F238E27FC236}">
                <a16:creationId xmlns:a16="http://schemas.microsoft.com/office/drawing/2014/main" id="{2534AF49-1863-B7C1-5038-D6AAA1885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044" y="3880752"/>
            <a:ext cx="868680" cy="868680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0E441E66-B6E7-9EEE-A3F7-43F03B2E1C43}"/>
              </a:ext>
            </a:extLst>
          </p:cNvPr>
          <p:cNvSpPr txBox="1"/>
          <p:nvPr/>
        </p:nvSpPr>
        <p:spPr>
          <a:xfrm>
            <a:off x="8685137" y="4919472"/>
            <a:ext cx="3427911" cy="40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Allenamento</a:t>
            </a: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pratico</a:t>
            </a: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 </a:t>
            </a:r>
            <a:r>
              <a:rPr lang="en-US" sz="1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simulazione</a:t>
            </a:r>
            <a:endParaRPr lang="en-US" sz="1600" b="1" dirty="0" err="1">
              <a:solidFill>
                <a:schemeClr val="tx2"/>
              </a:solidFill>
              <a:latin typeface="Space Mono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49B77CE9-2087-7004-0825-D80091E781D2}"/>
              </a:ext>
            </a:extLst>
          </p:cNvPr>
          <p:cNvSpPr txBox="1"/>
          <p:nvPr/>
        </p:nvSpPr>
        <p:spPr>
          <a:xfrm>
            <a:off x="8685137" y="5330952"/>
            <a:ext cx="29308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100" dirty="0" err="1">
                <a:ea typeface="+mn-lt"/>
                <a:cs typeface="+mn-lt"/>
              </a:rPr>
              <a:t>Sentirsi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capaci</a:t>
            </a:r>
            <a:r>
              <a:rPr lang="en-US" sz="1100" dirty="0">
                <a:ea typeface="+mn-lt"/>
                <a:cs typeface="+mn-lt"/>
              </a:rPr>
              <a:t> non basta e </a:t>
            </a:r>
            <a:r>
              <a:rPr lang="en-US" sz="1100" dirty="0" err="1">
                <a:ea typeface="+mn-lt"/>
                <a:cs typeface="+mn-lt"/>
              </a:rPr>
              <a:t>spesso</a:t>
            </a:r>
            <a:r>
              <a:rPr lang="en-US" sz="1100" dirty="0">
                <a:ea typeface="+mn-lt"/>
                <a:cs typeface="+mn-lt"/>
              </a:rPr>
              <a:t> porta a non </a:t>
            </a:r>
            <a:r>
              <a:rPr lang="en-US" sz="1100" dirty="0" err="1">
                <a:ea typeface="+mn-lt"/>
                <a:cs typeface="+mn-lt"/>
              </a:rPr>
              <a:t>agire</a:t>
            </a:r>
            <a:r>
              <a:rPr lang="en-US" sz="1100" dirty="0">
                <a:ea typeface="+mn-lt"/>
                <a:cs typeface="+mn-lt"/>
              </a:rPr>
              <a:t>. I </a:t>
            </a:r>
            <a:r>
              <a:rPr lang="en-US" sz="1100" dirty="0" err="1">
                <a:ea typeface="+mn-lt"/>
                <a:cs typeface="+mn-lt"/>
              </a:rPr>
              <a:t>ragazzi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hanno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bisogno</a:t>
            </a:r>
            <a:r>
              <a:rPr lang="en-US" sz="1100" dirty="0">
                <a:ea typeface="+mn-lt"/>
                <a:cs typeface="+mn-lt"/>
              </a:rPr>
              <a:t> di </a:t>
            </a:r>
            <a:r>
              <a:rPr lang="en-US" sz="1100" dirty="0" err="1">
                <a:ea typeface="+mn-lt"/>
                <a:cs typeface="+mn-lt"/>
              </a:rPr>
              <a:t>mettersi</a:t>
            </a:r>
            <a:r>
              <a:rPr lang="en-US" sz="1100" dirty="0">
                <a:ea typeface="+mn-lt"/>
                <a:cs typeface="+mn-lt"/>
              </a:rPr>
              <a:t> alla </a:t>
            </a:r>
            <a:r>
              <a:rPr lang="en-US" sz="1100" dirty="0" err="1">
                <a:ea typeface="+mn-lt"/>
                <a:cs typeface="+mn-lt"/>
              </a:rPr>
              <a:t>prova</a:t>
            </a:r>
            <a:r>
              <a:rPr lang="en-US" sz="1100" dirty="0">
                <a:ea typeface="+mn-lt"/>
                <a:cs typeface="+mn-lt"/>
              </a:rPr>
              <a:t> con </a:t>
            </a:r>
            <a:r>
              <a:rPr lang="en-US" sz="1100" dirty="0" err="1">
                <a:ea typeface="+mn-lt"/>
                <a:cs typeface="+mn-lt"/>
              </a:rPr>
              <a:t>casi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concreti</a:t>
            </a:r>
            <a:r>
              <a:rPr lang="en-US" sz="1100" dirty="0">
                <a:ea typeface="+mn-lt"/>
                <a:cs typeface="+mn-lt"/>
              </a:rPr>
              <a:t> (es. </a:t>
            </a:r>
            <a:r>
              <a:rPr lang="en-US" sz="1100" dirty="0" err="1">
                <a:ea typeface="+mn-lt"/>
                <a:cs typeface="+mn-lt"/>
              </a:rPr>
              <a:t>simulazioni</a:t>
            </a:r>
            <a:r>
              <a:rPr lang="en-US" sz="1100" dirty="0">
                <a:ea typeface="+mn-lt"/>
                <a:cs typeface="+mn-lt"/>
              </a:rPr>
              <a:t> di chat o </a:t>
            </a:r>
            <a:r>
              <a:rPr lang="en-US" sz="1100" dirty="0" err="1">
                <a:ea typeface="+mn-lt"/>
                <a:cs typeface="+mn-lt"/>
              </a:rPr>
              <a:t>foto</a:t>
            </a:r>
            <a:r>
              <a:rPr lang="en-US" sz="1100" dirty="0">
                <a:ea typeface="+mn-lt"/>
                <a:cs typeface="+mn-lt"/>
              </a:rPr>
              <a:t>) per </a:t>
            </a:r>
            <a:r>
              <a:rPr lang="en-US" sz="1100" dirty="0" err="1">
                <a:ea typeface="+mn-lt"/>
                <a:cs typeface="+mn-lt"/>
              </a:rPr>
              <a:t>imparare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esattamente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i="1" dirty="0">
                <a:ea typeface="+mn-lt"/>
                <a:cs typeface="+mn-lt"/>
              </a:rPr>
              <a:t>come </a:t>
            </a:r>
            <a:r>
              <a:rPr lang="en-US" sz="1100" i="1" dirty="0" err="1">
                <a:ea typeface="+mn-lt"/>
                <a:cs typeface="+mn-lt"/>
              </a:rPr>
              <a:t>reagire</a:t>
            </a:r>
            <a:r>
              <a:rPr lang="en-US" sz="1100" dirty="0">
                <a:ea typeface="+mn-lt"/>
                <a:cs typeface="+mn-lt"/>
              </a:rPr>
              <a:t> di </a:t>
            </a:r>
            <a:r>
              <a:rPr lang="en-US" sz="1100" dirty="0" err="1">
                <a:ea typeface="+mn-lt"/>
                <a:cs typeface="+mn-lt"/>
              </a:rPr>
              <a:t>fronte</a:t>
            </a:r>
            <a:r>
              <a:rPr lang="en-US" sz="1100" dirty="0">
                <a:ea typeface="+mn-lt"/>
                <a:cs typeface="+mn-lt"/>
              </a:rPr>
              <a:t> a un </a:t>
            </a:r>
            <a:r>
              <a:rPr lang="en-US" sz="1100" dirty="0" err="1">
                <a:ea typeface="+mn-lt"/>
                <a:cs typeface="+mn-lt"/>
              </a:rPr>
              <a:t>pericolo</a:t>
            </a:r>
            <a:r>
              <a:rPr lang="en-US" sz="1100" dirty="0">
                <a:ea typeface="+mn-lt"/>
                <a:cs typeface="+mn-lt"/>
              </a:rPr>
              <a:t>.</a:t>
            </a:r>
            <a:endParaRPr lang="en-US"/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55B618AC-A6F4-5E86-9B77-7092C856B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17" y="3556275"/>
            <a:ext cx="3639287" cy="2415163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5DE599FD-496E-D5B5-AED8-ABA2F7CBDE03}"/>
              </a:ext>
            </a:extLst>
          </p:cNvPr>
          <p:cNvSpPr txBox="1"/>
          <p:nvPr/>
        </p:nvSpPr>
        <p:spPr>
          <a:xfrm>
            <a:off x="5137684" y="1363062"/>
            <a:ext cx="961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B3A9485-DF1E-A648-5C82-3BDFA4A56706}"/>
              </a:ext>
            </a:extLst>
          </p:cNvPr>
          <p:cNvSpPr txBox="1"/>
          <p:nvPr/>
        </p:nvSpPr>
        <p:spPr>
          <a:xfrm>
            <a:off x="8805905" y="1327325"/>
            <a:ext cx="961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4AB5576-E805-E1D5-E9AD-90AE56FC36A1}"/>
              </a:ext>
            </a:extLst>
          </p:cNvPr>
          <p:cNvSpPr txBox="1"/>
          <p:nvPr/>
        </p:nvSpPr>
        <p:spPr>
          <a:xfrm>
            <a:off x="5073257" y="3977640"/>
            <a:ext cx="961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F6F7E710-87F2-4AA9-CC9D-072A8E7EF471}"/>
              </a:ext>
            </a:extLst>
          </p:cNvPr>
          <p:cNvSpPr txBox="1"/>
          <p:nvPr/>
        </p:nvSpPr>
        <p:spPr>
          <a:xfrm>
            <a:off x="8767945" y="3977639"/>
            <a:ext cx="961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chemeClr val="tx2"/>
                </a:solidFill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Input penna 40">
                <a:extLst>
                  <a:ext uri="{FF2B5EF4-FFF2-40B4-BE49-F238E27FC236}">
                    <a16:creationId xmlns:a16="http://schemas.microsoft.com/office/drawing/2014/main" id="{0DF6D630-DF6F-16C8-6BEA-4EC59D00501F}"/>
                  </a:ext>
                </a:extLst>
              </p14:cNvPr>
              <p14:cNvContentPartPr/>
              <p14:nvPr/>
            </p14:nvContentPartPr>
            <p14:xfrm>
              <a:off x="7233120" y="-1078264"/>
              <a:ext cx="360" cy="360"/>
            </p14:xfrm>
          </p:contentPart>
        </mc:Choice>
        <mc:Fallback xmlns="">
          <p:pic>
            <p:nvPicPr>
              <p:cNvPr id="41" name="Input penna 40">
                <a:extLst>
                  <a:ext uri="{FF2B5EF4-FFF2-40B4-BE49-F238E27FC236}">
                    <a16:creationId xmlns:a16="http://schemas.microsoft.com/office/drawing/2014/main" id="{0DF6D630-DF6F-16C8-6BEA-4EC59D0050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5480" y="-109626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2" name="Input penna 41">
                <a:extLst>
                  <a:ext uri="{FF2B5EF4-FFF2-40B4-BE49-F238E27FC236}">
                    <a16:creationId xmlns:a16="http://schemas.microsoft.com/office/drawing/2014/main" id="{39CD44FD-193D-BB3F-0FF6-8965071B2785}"/>
                  </a:ext>
                </a:extLst>
              </p14:cNvPr>
              <p14:cNvContentPartPr/>
              <p14:nvPr/>
            </p14:nvContentPartPr>
            <p14:xfrm>
              <a:off x="1153365" y="4506155"/>
              <a:ext cx="410760" cy="343080"/>
            </p14:xfrm>
          </p:contentPart>
        </mc:Choice>
        <mc:Fallback>
          <p:pic>
            <p:nvPicPr>
              <p:cNvPr id="42" name="Input penna 41">
                <a:extLst>
                  <a:ext uri="{FF2B5EF4-FFF2-40B4-BE49-F238E27FC236}">
                    <a16:creationId xmlns:a16="http://schemas.microsoft.com/office/drawing/2014/main" id="{39CD44FD-193D-BB3F-0FF6-8965071B27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5365" y="4488155"/>
                <a:ext cx="446400" cy="37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uppo 44">
            <a:extLst>
              <a:ext uri="{FF2B5EF4-FFF2-40B4-BE49-F238E27FC236}">
                <a16:creationId xmlns:a16="http://schemas.microsoft.com/office/drawing/2014/main" id="{7D1D8121-AB32-089A-BF6D-65B1E1A2C507}"/>
              </a:ext>
            </a:extLst>
          </p:cNvPr>
          <p:cNvGrpSpPr/>
          <p:nvPr/>
        </p:nvGrpSpPr>
        <p:grpSpPr>
          <a:xfrm>
            <a:off x="2544839" y="4956944"/>
            <a:ext cx="180720" cy="138240"/>
            <a:chOff x="2535768" y="4693872"/>
            <a:chExt cx="18072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3" name="Input penna 42">
                  <a:extLst>
                    <a:ext uri="{FF2B5EF4-FFF2-40B4-BE49-F238E27FC236}">
                      <a16:creationId xmlns:a16="http://schemas.microsoft.com/office/drawing/2014/main" id="{35F2BDD2-721B-CAFB-8ED2-C5D6E694E0BC}"/>
                    </a:ext>
                  </a:extLst>
                </p14:cNvPr>
                <p14:cNvContentPartPr/>
                <p14:nvPr/>
              </p14:nvContentPartPr>
              <p14:xfrm>
                <a:off x="2535768" y="4693872"/>
                <a:ext cx="123840" cy="138240"/>
              </p14:xfrm>
            </p:contentPart>
          </mc:Choice>
          <mc:Fallback xmlns="">
            <p:pic>
              <p:nvPicPr>
                <p:cNvPr id="43" name="Input penna 42">
                  <a:extLst>
                    <a:ext uri="{FF2B5EF4-FFF2-40B4-BE49-F238E27FC236}">
                      <a16:creationId xmlns:a16="http://schemas.microsoft.com/office/drawing/2014/main" id="{35F2BDD2-721B-CAFB-8ED2-C5D6E694E0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17768" y="4675872"/>
                  <a:ext cx="1594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4" name="Input penna 43">
                  <a:extLst>
                    <a:ext uri="{FF2B5EF4-FFF2-40B4-BE49-F238E27FC236}">
                      <a16:creationId xmlns:a16="http://schemas.microsoft.com/office/drawing/2014/main" id="{1F6CC746-873C-2079-3ACA-A6FC9E288FF4}"/>
                    </a:ext>
                  </a:extLst>
                </p14:cNvPr>
                <p14:cNvContentPartPr/>
                <p14:nvPr/>
              </p14:nvContentPartPr>
              <p14:xfrm>
                <a:off x="2548008" y="4734192"/>
                <a:ext cx="168480" cy="87840"/>
              </p14:xfrm>
            </p:contentPart>
          </mc:Choice>
          <mc:Fallback>
            <p:pic>
              <p:nvPicPr>
                <p:cNvPr id="44" name="Input penna 43">
                  <a:extLst>
                    <a:ext uri="{FF2B5EF4-FFF2-40B4-BE49-F238E27FC236}">
                      <a16:creationId xmlns:a16="http://schemas.microsoft.com/office/drawing/2014/main" id="{1F6CC746-873C-2079-3ACA-A6FC9E288F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30008" y="4716265"/>
                  <a:ext cx="204120" cy="12333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6" name="Input penna 45">
                <a:extLst>
                  <a:ext uri="{FF2B5EF4-FFF2-40B4-BE49-F238E27FC236}">
                    <a16:creationId xmlns:a16="http://schemas.microsoft.com/office/drawing/2014/main" id="{8F578E25-23C4-4A8B-5D95-2D5C466B0A30}"/>
                  </a:ext>
                </a:extLst>
              </p14:cNvPr>
              <p14:cNvContentPartPr/>
              <p14:nvPr/>
            </p14:nvContentPartPr>
            <p14:xfrm>
              <a:off x="3150000" y="4986675"/>
              <a:ext cx="210600" cy="378000"/>
            </p14:xfrm>
          </p:contentPart>
        </mc:Choice>
        <mc:Fallback>
          <p:pic>
            <p:nvPicPr>
              <p:cNvPr id="46" name="Input penna 45">
                <a:extLst>
                  <a:ext uri="{FF2B5EF4-FFF2-40B4-BE49-F238E27FC236}">
                    <a16:creationId xmlns:a16="http://schemas.microsoft.com/office/drawing/2014/main" id="{8F578E25-23C4-4A8B-5D95-2D5C466B0A3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32000" y="4968675"/>
                <a:ext cx="24624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0" name="Input penna 49">
                <a:extLst>
                  <a:ext uri="{FF2B5EF4-FFF2-40B4-BE49-F238E27FC236}">
                    <a16:creationId xmlns:a16="http://schemas.microsoft.com/office/drawing/2014/main" id="{26CAFD60-FFCE-2C20-AF31-87FFE2D06086}"/>
                  </a:ext>
                </a:extLst>
              </p14:cNvPr>
              <p14:cNvContentPartPr/>
              <p14:nvPr/>
            </p14:nvContentPartPr>
            <p14:xfrm>
              <a:off x="5764183" y="-521011"/>
              <a:ext cx="360" cy="360"/>
            </p14:xfrm>
          </p:contentPart>
        </mc:Choice>
        <mc:Fallback xmlns="">
          <p:pic>
            <p:nvPicPr>
              <p:cNvPr id="50" name="Input penna 49">
                <a:extLst>
                  <a:ext uri="{FF2B5EF4-FFF2-40B4-BE49-F238E27FC236}">
                    <a16:creationId xmlns:a16="http://schemas.microsoft.com/office/drawing/2014/main" id="{26CAFD60-FFCE-2C20-AF31-87FFE2D060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46183" y="-5390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2" name="Input penna 61">
                <a:extLst>
                  <a:ext uri="{FF2B5EF4-FFF2-40B4-BE49-F238E27FC236}">
                    <a16:creationId xmlns:a16="http://schemas.microsoft.com/office/drawing/2014/main" id="{C1013B6D-63E2-D567-52D0-E67E474EB8E0}"/>
                  </a:ext>
                </a:extLst>
              </p14:cNvPr>
              <p14:cNvContentPartPr/>
              <p14:nvPr/>
            </p14:nvContentPartPr>
            <p14:xfrm>
              <a:off x="3005184" y="4578701"/>
              <a:ext cx="353880" cy="177120"/>
            </p14:xfrm>
          </p:contentPart>
        </mc:Choice>
        <mc:Fallback>
          <p:pic>
            <p:nvPicPr>
              <p:cNvPr id="62" name="Input penna 61">
                <a:extLst>
                  <a:ext uri="{FF2B5EF4-FFF2-40B4-BE49-F238E27FC236}">
                    <a16:creationId xmlns:a16="http://schemas.microsoft.com/office/drawing/2014/main" id="{C1013B6D-63E2-D567-52D0-E67E474EB8E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96193" y="4569701"/>
                <a:ext cx="371502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4" name="Input penna 63">
                <a:extLst>
                  <a:ext uri="{FF2B5EF4-FFF2-40B4-BE49-F238E27FC236}">
                    <a16:creationId xmlns:a16="http://schemas.microsoft.com/office/drawing/2014/main" id="{534CAD1B-E103-5FEC-770A-5653F8E9972A}"/>
                  </a:ext>
                </a:extLst>
              </p14:cNvPr>
              <p14:cNvContentPartPr/>
              <p14:nvPr/>
            </p14:nvContentPartPr>
            <p14:xfrm>
              <a:off x="1703496" y="4776847"/>
              <a:ext cx="494280" cy="280800"/>
            </p14:xfrm>
          </p:contentPart>
        </mc:Choice>
        <mc:Fallback>
          <p:pic>
            <p:nvPicPr>
              <p:cNvPr id="64" name="Input penna 63">
                <a:extLst>
                  <a:ext uri="{FF2B5EF4-FFF2-40B4-BE49-F238E27FC236}">
                    <a16:creationId xmlns:a16="http://schemas.microsoft.com/office/drawing/2014/main" id="{534CAD1B-E103-5FEC-770A-5653F8E9972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94489" y="4767847"/>
                <a:ext cx="511933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7" name="Input penna 66">
                <a:extLst>
                  <a:ext uri="{FF2B5EF4-FFF2-40B4-BE49-F238E27FC236}">
                    <a16:creationId xmlns:a16="http://schemas.microsoft.com/office/drawing/2014/main" id="{41700168-8E0A-A59A-AABA-B562CD4548D4}"/>
                  </a:ext>
                </a:extLst>
              </p14:cNvPr>
              <p14:cNvContentPartPr/>
              <p14:nvPr/>
            </p14:nvContentPartPr>
            <p14:xfrm rot="-780000">
              <a:off x="4007204" y="4575607"/>
              <a:ext cx="211540" cy="171360"/>
            </p14:xfrm>
          </p:contentPart>
        </mc:Choice>
        <mc:Fallback>
          <p:pic>
            <p:nvPicPr>
              <p:cNvPr id="67" name="Input penna 66">
                <a:extLst>
                  <a:ext uri="{FF2B5EF4-FFF2-40B4-BE49-F238E27FC236}">
                    <a16:creationId xmlns:a16="http://schemas.microsoft.com/office/drawing/2014/main" id="{41700168-8E0A-A59A-AABA-B562CD4548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 rot="-780000">
                <a:off x="3998195" y="4566607"/>
                <a:ext cx="229198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2" name="Input penna 71">
                <a:extLst>
                  <a:ext uri="{FF2B5EF4-FFF2-40B4-BE49-F238E27FC236}">
                    <a16:creationId xmlns:a16="http://schemas.microsoft.com/office/drawing/2014/main" id="{F5C0228A-3D2F-F82E-47F4-761DDF8A6FEE}"/>
                  </a:ext>
                </a:extLst>
              </p14:cNvPr>
              <p14:cNvContentPartPr/>
              <p14:nvPr/>
            </p14:nvContentPartPr>
            <p14:xfrm>
              <a:off x="8584040" y="1227800"/>
              <a:ext cx="936360" cy="856800"/>
            </p14:xfrm>
          </p:contentPart>
        </mc:Choice>
        <mc:Fallback xmlns="">
          <p:pic>
            <p:nvPicPr>
              <p:cNvPr id="72" name="Input penna 71">
                <a:extLst>
                  <a:ext uri="{FF2B5EF4-FFF2-40B4-BE49-F238E27FC236}">
                    <a16:creationId xmlns:a16="http://schemas.microsoft.com/office/drawing/2014/main" id="{F5C0228A-3D2F-F82E-47F4-761DDF8A6FE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66400" y="1210160"/>
                <a:ext cx="972000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3" name="Input penna 82">
                <a:extLst>
                  <a:ext uri="{FF2B5EF4-FFF2-40B4-BE49-F238E27FC236}">
                    <a16:creationId xmlns:a16="http://schemas.microsoft.com/office/drawing/2014/main" id="{B73771AD-B5CE-3057-5A2C-115879F535A2}"/>
                  </a:ext>
                </a:extLst>
              </p14:cNvPr>
              <p14:cNvContentPartPr/>
              <p14:nvPr/>
            </p14:nvContentPartPr>
            <p14:xfrm>
              <a:off x="4844720" y="3737720"/>
              <a:ext cx="1018800" cy="1029240"/>
            </p14:xfrm>
          </p:contentPart>
        </mc:Choice>
        <mc:Fallback xmlns="">
          <p:pic>
            <p:nvPicPr>
              <p:cNvPr id="83" name="Input penna 82">
                <a:extLst>
                  <a:ext uri="{FF2B5EF4-FFF2-40B4-BE49-F238E27FC236}">
                    <a16:creationId xmlns:a16="http://schemas.microsoft.com/office/drawing/2014/main" id="{B73771AD-B5CE-3057-5A2C-115879F535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27080" y="3719720"/>
                <a:ext cx="1054440" cy="10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0015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53DB8-81A1-9BB5-F050-5B3F8EB3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magine 48">
            <a:extLst>
              <a:ext uri="{FF2B5EF4-FFF2-40B4-BE49-F238E27FC236}">
                <a16:creationId xmlns:a16="http://schemas.microsoft.com/office/drawing/2014/main" id="{7C01ABCC-E968-8A73-11AE-178611BB6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235000"/>
                    </a14:imgEffect>
                    <a14:imgEffect>
                      <a14:brightnessContrast bright="1000" contrast="37000"/>
                    </a14:imgEffect>
                  </a14:imgLayer>
                </a14:imgProps>
              </a:ext>
            </a:extLst>
          </a:blip>
          <a:srcRect l="-899" t="-1376" r="899" b="1376"/>
          <a:stretch>
            <a:fillRect/>
          </a:stretch>
        </p:blipFill>
        <p:spPr>
          <a:xfrm>
            <a:off x="1134048" y="175498"/>
            <a:ext cx="5082739" cy="6858000"/>
          </a:xfrm>
          <a:prstGeom prst="rect">
            <a:avLst/>
          </a:prstGeom>
        </p:spPr>
      </p:pic>
      <p:sp>
        <p:nvSpPr>
          <p:cNvPr id="108" name="Rettangolo 107">
            <a:extLst>
              <a:ext uri="{FF2B5EF4-FFF2-40B4-BE49-F238E27FC236}">
                <a16:creationId xmlns:a16="http://schemas.microsoft.com/office/drawing/2014/main" id="{F54DD7BA-6F1D-11DB-979E-12E6F8562FCE}"/>
              </a:ext>
            </a:extLst>
          </p:cNvPr>
          <p:cNvSpPr/>
          <p:nvPr/>
        </p:nvSpPr>
        <p:spPr>
          <a:xfrm>
            <a:off x="215023" y="-15658"/>
            <a:ext cx="2050635" cy="6899747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CDB6E6BD-BC23-6415-EFAE-FC03972C0678}"/>
              </a:ext>
            </a:extLst>
          </p:cNvPr>
          <p:cNvSpPr/>
          <p:nvPr/>
        </p:nvSpPr>
        <p:spPr>
          <a:xfrm>
            <a:off x="576036" y="-36279"/>
            <a:ext cx="1724699" cy="6920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E76A0E3A-FD63-C0F5-7E40-5332366F4ACA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1200" smtClean="0"/>
              <a:pPr algn="r"/>
              <a:t>30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9C07A0-B54E-D156-5688-6B86F3A5029B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Input penna 40">
                <a:extLst>
                  <a:ext uri="{FF2B5EF4-FFF2-40B4-BE49-F238E27FC236}">
                    <a16:creationId xmlns:a16="http://schemas.microsoft.com/office/drawing/2014/main" id="{5E5D46E9-7462-CCB0-E691-1182FDAF80B5}"/>
                  </a:ext>
                </a:extLst>
              </p14:cNvPr>
              <p14:cNvContentPartPr/>
              <p14:nvPr/>
            </p14:nvContentPartPr>
            <p14:xfrm>
              <a:off x="7233120" y="-1078264"/>
              <a:ext cx="360" cy="360"/>
            </p14:xfrm>
          </p:contentPart>
        </mc:Choice>
        <mc:Fallback xmlns="">
          <p:pic>
            <p:nvPicPr>
              <p:cNvPr id="41" name="Input penna 40">
                <a:extLst>
                  <a:ext uri="{FF2B5EF4-FFF2-40B4-BE49-F238E27FC236}">
                    <a16:creationId xmlns:a16="http://schemas.microsoft.com/office/drawing/2014/main" id="{5E5D46E9-7462-CCB0-E691-1182FDAF80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5120" y="-109626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0" name="Input penna 49">
                <a:extLst>
                  <a:ext uri="{FF2B5EF4-FFF2-40B4-BE49-F238E27FC236}">
                    <a16:creationId xmlns:a16="http://schemas.microsoft.com/office/drawing/2014/main" id="{18CF6C08-A4AC-BD27-AEE7-9ED1EA203D61}"/>
                  </a:ext>
                </a:extLst>
              </p14:cNvPr>
              <p14:cNvContentPartPr/>
              <p14:nvPr/>
            </p14:nvContentPartPr>
            <p14:xfrm>
              <a:off x="5764183" y="-521011"/>
              <a:ext cx="360" cy="360"/>
            </p14:xfrm>
          </p:contentPart>
        </mc:Choice>
        <mc:Fallback xmlns="">
          <p:pic>
            <p:nvPicPr>
              <p:cNvPr id="50" name="Input penna 49">
                <a:extLst>
                  <a:ext uri="{FF2B5EF4-FFF2-40B4-BE49-F238E27FC236}">
                    <a16:creationId xmlns:a16="http://schemas.microsoft.com/office/drawing/2014/main" id="{18CF6C08-A4AC-BD27-AEE7-9ED1EA203D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46183" y="-539011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0">
            <a:extLst>
              <a:ext uri="{FF2B5EF4-FFF2-40B4-BE49-F238E27FC236}">
                <a16:creationId xmlns:a16="http://schemas.microsoft.com/office/drawing/2014/main" id="{7AAF9298-B24C-69DF-02E0-44FDB8BDF1E6}"/>
              </a:ext>
            </a:extLst>
          </p:cNvPr>
          <p:cNvSpPr txBox="1"/>
          <p:nvPr/>
        </p:nvSpPr>
        <p:spPr>
          <a:xfrm>
            <a:off x="975015" y="16560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40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conclusioni</a:t>
            </a:r>
            <a:endParaRPr lang="en-US" sz="40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627D26F0-F286-B2ED-A420-BFD45710E82F}"/>
              </a:ext>
            </a:extLst>
          </p:cNvPr>
          <p:cNvSpPr txBox="1"/>
          <p:nvPr/>
        </p:nvSpPr>
        <p:spPr>
          <a:xfrm>
            <a:off x="1010092" y="213764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400" b="1" kern="0" spc="-300" dirty="0" err="1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sentirsi</a:t>
            </a:r>
            <a:r>
              <a:rPr lang="en-US" sz="2400" b="1" kern="0" spc="-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2400" b="1" kern="0" spc="-300" dirty="0" err="1">
                <a:latin typeface="+mj-lt" pitchFamily="34" charset="0"/>
                <a:ea typeface="+mj-lt" pitchFamily="34" charset="-122"/>
                <a:cs typeface="+mj-lt" pitchFamily="34" charset="-120"/>
              </a:rPr>
              <a:t>c</a:t>
            </a:r>
            <a:r>
              <a:rPr lang="en-US" sz="2400" b="1" kern="0" spc="-300" dirty="0" err="1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apaci</a:t>
            </a:r>
            <a:r>
              <a:rPr lang="en-US" sz="2400" dirty="0"/>
              <a:t> </a:t>
            </a:r>
            <a:r>
              <a:rPr lang="en-US" sz="2400" b="1" kern="0" spc="-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non basta.</a:t>
            </a:r>
            <a:endParaRPr lang="en-US" sz="24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C234A22E-5142-520B-9A69-AF9886798B1C}"/>
              </a:ext>
            </a:extLst>
          </p:cNvPr>
          <p:cNvSpPr txBox="1"/>
          <p:nvPr/>
        </p:nvSpPr>
        <p:spPr>
          <a:xfrm>
            <a:off x="5764183" y="18125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600" b="1" kern="0" spc="-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3122582C-7AEF-DBFE-9796-E681D8CDB9DA}"/>
              </a:ext>
            </a:extLst>
          </p:cNvPr>
          <p:cNvSpPr txBox="1"/>
          <p:nvPr/>
        </p:nvSpPr>
        <p:spPr>
          <a:xfrm>
            <a:off x="6541423" y="1830832"/>
            <a:ext cx="41012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Si sentono sicuri di riconoscere un profilo falso o una foto IA, ma davanti a un dubbio la metà non fa nulla e quasi 2 su 3 non saprebbero come agire.</a:t>
            </a:r>
            <a:endParaRPr lang="en-US" sz="14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31D69923-8CB3-5DD1-3B99-F66FC978516E}"/>
              </a:ext>
            </a:extLst>
          </p:cNvPr>
          <p:cNvSpPr txBox="1"/>
          <p:nvPr/>
        </p:nvSpPr>
        <p:spPr>
          <a:xfrm>
            <a:off x="5764183" y="303175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600" b="1" kern="0" spc="-200" dirty="0">
                <a:solidFill>
                  <a:srgbClr val="E7122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600" dirty="0">
              <a:solidFill>
                <a:srgbClr val="E71224"/>
              </a:solidFill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B7894E9D-7AE0-54CF-177F-3569D85A0EC4}"/>
              </a:ext>
            </a:extLst>
          </p:cNvPr>
          <p:cNvSpPr txBox="1"/>
          <p:nvPr/>
        </p:nvSpPr>
        <p:spPr>
          <a:xfrm>
            <a:off x="6541423" y="3050038"/>
            <a:ext cx="41012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 deepfake circolano già tra coetanei e passano per scherzi; chi li subisce tace per vergogna e cerca risposte su Google o nell'IA più che nelle persone.</a:t>
            </a:r>
            <a:endParaRPr lang="en-US" sz="14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63DBFA8E-A3E3-FFD1-2CEE-181A7DC0D2BA}"/>
              </a:ext>
            </a:extLst>
          </p:cNvPr>
          <p:cNvSpPr txBox="1"/>
          <p:nvPr/>
        </p:nvSpPr>
        <p:spPr>
          <a:xfrm>
            <a:off x="5764183" y="445212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2600" b="1" kern="0" spc="-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C632B8B2-F941-05D9-8B27-7E1C3AB800F7}"/>
              </a:ext>
            </a:extLst>
          </p:cNvPr>
          <p:cNvSpPr txBox="1"/>
          <p:nvPr/>
        </p:nvSpPr>
        <p:spPr>
          <a:xfrm>
            <a:off x="6541423" y="4470412"/>
            <a:ext cx="41012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Serve uno spazio che alleni a riconoscere i falsi, renda normale parlarne tra pari e porti, senza imporsi, a una persona vera quando serve.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72778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8C1A-DEE7-531E-04B9-6943784C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ttangolo 107">
            <a:extLst>
              <a:ext uri="{FF2B5EF4-FFF2-40B4-BE49-F238E27FC236}">
                <a16:creationId xmlns:a16="http://schemas.microsoft.com/office/drawing/2014/main" id="{5A0A8C70-A8A8-3272-D7F8-CD171857B224}"/>
              </a:ext>
            </a:extLst>
          </p:cNvPr>
          <p:cNvSpPr/>
          <p:nvPr/>
        </p:nvSpPr>
        <p:spPr>
          <a:xfrm>
            <a:off x="215023" y="-15658"/>
            <a:ext cx="2050635" cy="689974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07FB4B21-A285-74CA-79DE-E727BD763867}"/>
              </a:ext>
            </a:extLst>
          </p:cNvPr>
          <p:cNvSpPr/>
          <p:nvPr/>
        </p:nvSpPr>
        <p:spPr>
          <a:xfrm>
            <a:off x="576036" y="-36279"/>
            <a:ext cx="1976181" cy="6920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7" name="Slide Number Placeholder 0">
            <a:extLst>
              <a:ext uri="{FF2B5EF4-FFF2-40B4-BE49-F238E27FC236}">
                <a16:creationId xmlns:a16="http://schemas.microsoft.com/office/drawing/2014/main" id="{6A2F5AC0-45A9-69A4-0B49-C21C0643792B}"/>
              </a:ext>
            </a:extLst>
          </p:cNvPr>
          <p:cNvSpPr txBox="1">
            <a:spLocks/>
          </p:cNvSpPr>
          <p:nvPr/>
        </p:nvSpPr>
        <p:spPr>
          <a:xfrm>
            <a:off x="130087" y="175498"/>
            <a:ext cx="880005" cy="393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/>
              <a:t>0</a:t>
            </a:r>
            <a:fld id="{F7021451-1387-4CA6-816F-3879F97B5CBC}" type="slidenum">
              <a:rPr lang="en-US" sz="1200" smtClean="0"/>
              <a:pPr algn="r"/>
              <a:t>31</a:t>
            </a:fld>
            <a:endParaRPr lang="en-US" dirty="0"/>
          </a:p>
        </p:txBody>
      </p:sp>
      <p:pic>
        <p:nvPicPr>
          <p:cNvPr id="6" name="Image 0" descr="/home/claude/work/build/assets/d0.png">
            <a:extLst>
              <a:ext uri="{FF2B5EF4-FFF2-40B4-BE49-F238E27FC236}">
                <a16:creationId xmlns:a16="http://schemas.microsoft.com/office/drawing/2014/main" id="{4E72FFD5-D722-899F-0B01-06457C720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26563" y="1200269"/>
            <a:ext cx="8686800" cy="214884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1DB45EB8-974C-CC7C-AD55-B5AECD4D62B1}"/>
              </a:ext>
            </a:extLst>
          </p:cNvPr>
          <p:cNvSpPr txBox="1"/>
          <p:nvPr/>
        </p:nvSpPr>
        <p:spPr>
          <a:xfrm>
            <a:off x="647347" y="19202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8400" b="1" kern="0" spc="-4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grazie</a:t>
            </a:r>
            <a:endParaRPr lang="en-US" sz="8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0BB0349-CD6C-0AEA-3317-72048D200E74}"/>
              </a:ext>
            </a:extLst>
          </p:cNvPr>
          <p:cNvSpPr txBox="1"/>
          <p:nvPr/>
        </p:nvSpPr>
        <p:spPr>
          <a:xfrm>
            <a:off x="793890" y="3305962"/>
            <a:ext cx="56069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8773B5-19D7-E0F0-0D3C-79511F558A29}"/>
              </a:ext>
            </a:extLst>
          </p:cNvPr>
          <p:cNvSpPr txBox="1"/>
          <p:nvPr/>
        </p:nvSpPr>
        <p:spPr>
          <a:xfrm>
            <a:off x="793890" y="6207754"/>
            <a:ext cx="38633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2026-27 ° </a:t>
            </a:r>
            <a:r>
              <a:rPr lang="en-US" sz="1200" kern="0" spc="-100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polimi</a:t>
            </a:r>
            <a:r>
              <a:rPr lang="en-US" sz="1200" kern="0" spc="-1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– Fondamenti di HCI </a:t>
            </a:r>
            <a:endParaRPr lang="en-US" sz="12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48C3A5F-18D5-3217-289F-C00D8E303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715" y="5215"/>
            <a:ext cx="4675909" cy="685800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A9A5DF2-2224-930F-BC96-638291840E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492994"/>
            <a:ext cx="1217930" cy="121312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F5B6738-538A-FBED-9055-16CB8872793E}"/>
              </a:ext>
            </a:extLst>
          </p:cNvPr>
          <p:cNvSpPr txBox="1"/>
          <p:nvPr/>
        </p:nvSpPr>
        <p:spPr>
          <a:xfrm>
            <a:off x="1010092" y="3657600"/>
            <a:ext cx="357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Link vari:</a:t>
            </a:r>
          </a:p>
        </p:txBody>
      </p:sp>
    </p:spTree>
    <p:extLst>
      <p:ext uri="{BB962C8B-B14F-4D97-AF65-F5344CB8AC3E}">
        <p14:creationId xmlns:p14="http://schemas.microsoft.com/office/powerpoint/2010/main" val="4241950856"/>
      </p:ext>
    </p:extLst>
  </p:cSld>
  <p:clrMapOvr>
    <a:masterClrMapping/>
  </p:clrMapOvr>
</p:sld>
</file>

<file path=ppt/theme/theme1.xml><?xml version="1.0" encoding="utf-8"?>
<a:theme xmlns:a="http://schemas.openxmlformats.org/drawingml/2006/main" name="Needfinding HCI">
  <a:themeElements>
    <a:clrScheme name="Needfinding HCI">
      <a:dk1>
        <a:srgbClr val="000000"/>
      </a:dk1>
      <a:lt1>
        <a:srgbClr val="FFFFFF"/>
      </a:lt1>
      <a:dk2>
        <a:srgbClr val="1700E8"/>
      </a:dk2>
      <a:lt2>
        <a:srgbClr val="F2F2F2"/>
      </a:lt2>
      <a:accent1>
        <a:srgbClr val="1700E8"/>
      </a:accent1>
      <a:accent2>
        <a:srgbClr val="2C5ED3"/>
      </a:accent2>
      <a:accent3>
        <a:srgbClr val="FF4538"/>
      </a:accent3>
      <a:accent4>
        <a:srgbClr val="FFA023"/>
      </a:accent4>
      <a:accent5>
        <a:srgbClr val="D1BE2D"/>
      </a:accent5>
      <a:accent6>
        <a:srgbClr val="82BC2B"/>
      </a:accent6>
      <a:hlink>
        <a:srgbClr val="1700E8"/>
      </a:hlink>
      <a:folHlink>
        <a:srgbClr val="2C5ED3"/>
      </a:folHlink>
    </a:clrScheme>
    <a:fontScheme name="Needfinding HCI">
      <a:majorFont>
        <a:latin typeface="Space Mon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38D343145480249B5E00585164C2047" ma:contentTypeVersion="6" ma:contentTypeDescription="Creare un nuovo documento." ma:contentTypeScope="" ma:versionID="05f8c6c4e4e40ed6168d45baecdc014d">
  <xsd:schema xmlns:xsd="http://www.w3.org/2001/XMLSchema" xmlns:xs="http://www.w3.org/2001/XMLSchema" xmlns:p="http://schemas.microsoft.com/office/2006/metadata/properties" xmlns:ns3="05b1c879-2eb3-4514-a146-74ffd48af1b0" targetNamespace="http://schemas.microsoft.com/office/2006/metadata/properties" ma:root="true" ma:fieldsID="ca1e525e1d2b29193aff8ee1664b4ad3" ns3:_="">
    <xsd:import namespace="05b1c879-2eb3-4514-a146-74ffd48af1b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1c879-2eb3-4514-a146-74ffd48af1b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5b1c879-2eb3-4514-a146-74ffd48af1b0" xsi:nil="true"/>
  </documentManagement>
</p:properties>
</file>

<file path=customXml/itemProps1.xml><?xml version="1.0" encoding="utf-8"?>
<ds:datastoreItem xmlns:ds="http://schemas.openxmlformats.org/officeDocument/2006/customXml" ds:itemID="{8899C665-29B8-474D-9F23-25631854FC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b1c879-2eb3-4514-a146-74ffd48af1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248FB8-A0DA-42A5-BFE0-AF3FD8EC42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8D3102-C918-4335-975B-56C6F5CE4165}">
  <ds:schemaRefs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05b1c879-2eb3-4514-a146-74ffd48af1b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3240</Words>
  <Application>Microsoft Office PowerPoint</Application>
  <PresentationFormat>Widescreen</PresentationFormat>
  <Paragraphs>516</Paragraphs>
  <Slides>31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Needfinding HCI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Needfinding – Chi c'è dall'altra parte?</dc:title>
  <dc:subject>PptxGenJS Presentation</dc:subject>
  <dc:creator>Gruppo HCI</dc:creator>
  <cp:lastModifiedBy>Margherita Nerozzi</cp:lastModifiedBy>
  <cp:revision>110</cp:revision>
  <dcterms:created xsi:type="dcterms:W3CDTF">2026-10-10T17:19:31Z</dcterms:created>
  <dcterms:modified xsi:type="dcterms:W3CDTF">2026-10-11T16:40:51Z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0x010100338D343145480249B5E00585164C2047</vt:lpwstr>
  </property>
</Properties>
</file>